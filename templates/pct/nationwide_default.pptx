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2.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3.xml" ContentType="application/vnd.openxmlformats-officedocument.drawingml.chartshap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Ex1.xml" ContentType="application/vnd.ms-office.chartex+xml"/>
  <Override PartName="/ppt/charts/style11.xml" ContentType="application/vnd.ms-office.chartstyle+xml"/>
  <Override PartName="/ppt/charts/colors11.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282" r:id="rId5"/>
    <p:sldId id="257" r:id="rId6"/>
    <p:sldId id="295" r:id="rId7"/>
    <p:sldId id="258" r:id="rId8"/>
    <p:sldId id="259" r:id="rId9"/>
    <p:sldId id="260" r:id="rId10"/>
    <p:sldId id="285" r:id="rId11"/>
    <p:sldId id="281" r:id="rId12"/>
    <p:sldId id="286" r:id="rId13"/>
    <p:sldId id="291" r:id="rId14"/>
    <p:sldId id="318" r:id="rId15"/>
    <p:sldId id="292" r:id="rId16"/>
    <p:sldId id="279" r:id="rId17"/>
    <p:sldId id="261" r:id="rId18"/>
    <p:sldId id="262" r:id="rId19"/>
    <p:sldId id="267" r:id="rId20"/>
    <p:sldId id="319" r:id="rId21"/>
    <p:sldId id="264" r:id="rId22"/>
    <p:sldId id="320" r:id="rId23"/>
    <p:sldId id="275" r:id="rId24"/>
    <p:sldId id="296" r:id="rId25"/>
    <p:sldId id="313" r:id="rId26"/>
    <p:sldId id="306" r:id="rId27"/>
    <p:sldId id="266" r:id="rId28"/>
    <p:sldId id="265" r:id="rId29"/>
    <p:sldId id="276" r:id="rId30"/>
    <p:sldId id="311" r:id="rId31"/>
    <p:sldId id="314" r:id="rId32"/>
    <p:sldId id="310" r:id="rId33"/>
    <p:sldId id="297" r:id="rId34"/>
    <p:sldId id="315" r:id="rId35"/>
    <p:sldId id="304" r:id="rId36"/>
    <p:sldId id="302" r:id="rId37"/>
    <p:sldId id="299" r:id="rId38"/>
    <p:sldId id="312" r:id="rId39"/>
    <p:sldId id="316" r:id="rId40"/>
    <p:sldId id="301" r:id="rId41"/>
    <p:sldId id="303" r:id="rId42"/>
    <p:sldId id="305" r:id="rId43"/>
    <p:sldId id="317" r:id="rId44"/>
    <p:sldId id="272" r:id="rId45"/>
    <p:sldId id="289" r:id="rId46"/>
    <p:sldId id="290" r:id="rId47"/>
    <p:sldId id="284" r:id="rId48"/>
    <p:sldId id="293" r:id="rId49"/>
    <p:sldId id="29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92E052-C51F-4482-A185-3FD44D3E757B}" v="4" dt="2023-10-05T15:57:29.2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6327"/>
  </p:normalViewPr>
  <p:slideViewPr>
    <p:cSldViewPr snapToGrid="0" showGuides="1">
      <p:cViewPr>
        <p:scale>
          <a:sx n="160" d="100"/>
          <a:sy n="160" d="100"/>
        </p:scale>
        <p:origin x="-6016" y="-34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207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jic, Bryan J" userId="2720e81a-3fe5-4beb-b7d4-a541f6b7a923" providerId="ADAL" clId="{C492E052-C51F-4482-A185-3FD44D3E757B}"/>
    <pc:docChg chg="undo custSel modMainMaster">
      <pc:chgData name="Zajic, Bryan J" userId="2720e81a-3fe5-4beb-b7d4-a541f6b7a923" providerId="ADAL" clId="{C492E052-C51F-4482-A185-3FD44D3E757B}" dt="2023-10-05T15:57:42.012" v="144" actId="1036"/>
      <pc:docMkLst>
        <pc:docMk/>
      </pc:docMkLst>
      <pc:sldMasterChg chg="modSldLayout">
        <pc:chgData name="Zajic, Bryan J" userId="2720e81a-3fe5-4beb-b7d4-a541f6b7a923" providerId="ADAL" clId="{C492E052-C51F-4482-A185-3FD44D3E757B}" dt="2023-10-05T15:57:42.012" v="144" actId="1036"/>
        <pc:sldMasterMkLst>
          <pc:docMk/>
          <pc:sldMasterMk cId="1132594695" sldId="2147483648"/>
        </pc:sldMasterMkLst>
        <pc:sldLayoutChg chg="addSp delSp modSp mod">
          <pc:chgData name="Zajic, Bryan J" userId="2720e81a-3fe5-4beb-b7d4-a541f6b7a923" providerId="ADAL" clId="{C492E052-C51F-4482-A185-3FD44D3E757B}" dt="2023-10-05T15:57:42.012" v="144" actId="1036"/>
          <pc:sldLayoutMkLst>
            <pc:docMk/>
            <pc:sldMasterMk cId="1132594695" sldId="2147483648"/>
            <pc:sldLayoutMk cId="3046624095" sldId="2147483649"/>
          </pc:sldLayoutMkLst>
          <pc:grpChg chg="add del">
            <ac:chgData name="Zajic, Bryan J" userId="2720e81a-3fe5-4beb-b7d4-a541f6b7a923" providerId="ADAL" clId="{C492E052-C51F-4482-A185-3FD44D3E757B}" dt="2023-10-05T15:57:29.246" v="111" actId="478"/>
            <ac:grpSpMkLst>
              <pc:docMk/>
              <pc:sldMasterMk cId="1132594695" sldId="2147483648"/>
              <pc:sldLayoutMk cId="3046624095" sldId="2147483649"/>
              <ac:grpSpMk id="33" creationId="{60148C3A-0935-3548-9D74-B20E0F264E11}"/>
            </ac:grpSpMkLst>
          </pc:grpChg>
          <pc:picChg chg="add mod ord">
            <ac:chgData name="Zajic, Bryan J" userId="2720e81a-3fe5-4beb-b7d4-a541f6b7a923" providerId="ADAL" clId="{C492E052-C51F-4482-A185-3FD44D3E757B}" dt="2023-10-05T15:57:42.012" v="144" actId="1036"/>
            <ac:picMkLst>
              <pc:docMk/>
              <pc:sldMasterMk cId="1132594695" sldId="2147483648"/>
              <pc:sldLayoutMk cId="3046624095" sldId="2147483649"/>
              <ac:picMk id="3" creationId="{83B21408-DA39-E372-9ABA-32E7F837B771}"/>
            </ac:picMkLst>
          </pc:pic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2.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Ex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89054009093934"/>
          <c:y val="0"/>
          <c:w val="0.80410945990906069"/>
          <c:h val="1"/>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4-51AD-446E-952B-ACAE8AAF5DE9}"/>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51AD-446E-952B-ACAE8AAF5DE9}"/>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6-51AD-446E-952B-ACAE8AAF5DE9}"/>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7-51AD-446E-952B-ACAE8AAF5DE9}"/>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8-51AD-446E-952B-ACAE8AAF5DE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1.8</c:v>
                </c:pt>
                <c:pt idx="5">
                  <c:v>2.8</c:v>
                </c:pt>
              </c:numCache>
            </c:numRef>
          </c:val>
          <c:extLst>
            <c:ext xmlns:c16="http://schemas.microsoft.com/office/drawing/2014/chart" uri="{C3380CC4-5D6E-409C-BE32-E72D297353CC}">
              <c16:uniqueId val="{00000000-51AD-446E-952B-ACAE8AAF5DE9}"/>
            </c:ext>
          </c:extLst>
        </c:ser>
        <c:dLbls>
          <c:showLegendKey val="0"/>
          <c:showVal val="0"/>
          <c:showCatName val="0"/>
          <c:showSerName val="0"/>
          <c:showPercent val="0"/>
          <c:showBubbleSize val="0"/>
        </c:dLbls>
        <c:gapWidth val="182"/>
        <c:axId val="917144952"/>
        <c:axId val="917145280"/>
      </c:barChart>
      <c:catAx>
        <c:axId val="917144952"/>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917145280"/>
        <c:crosses val="autoZero"/>
        <c:auto val="1"/>
        <c:lblAlgn val="ctr"/>
        <c:lblOffset val="100"/>
        <c:noMultiLvlLbl val="0"/>
      </c:catAx>
      <c:valAx>
        <c:axId val="917145280"/>
        <c:scaling>
          <c:orientation val="minMax"/>
        </c:scaling>
        <c:delete val="0"/>
        <c:axPos val="b"/>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7144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rgbClr val="000000">
                    <a:lumMod val="65000"/>
                    <a:lumOff val="35000"/>
                  </a:srgbClr>
                </a:solidFill>
                <a:latin typeface="+mn-lt"/>
                <a:ea typeface="+mn-ea"/>
                <a:cs typeface="+mn-cs"/>
              </a:defRPr>
            </a:pPr>
            <a:r>
              <a:rPr lang="en-US" sz="1400" b="1" i="0" baseline="0" dirty="0">
                <a:solidFill>
                  <a:srgbClr val="000000"/>
                </a:solidFill>
                <a:effectLst/>
                <a:latin typeface="Arial" panose="020B0604020202020204" pitchFamily="34" charset="0"/>
                <a:ea typeface="Calibri" panose="020F0502020204030204" pitchFamily="34" charset="0"/>
                <a:cs typeface="Calibri" panose="020F0502020204030204" pitchFamily="34" charset="0"/>
              </a:rPr>
              <a:t>Chart Title</a:t>
            </a:r>
            <a:endParaRPr lang="en-US" sz="1400" dirty="0">
              <a:effectLst/>
            </a:endParaRPr>
          </a:p>
        </c:rich>
      </c:tx>
      <c:layout>
        <c:manualLayout>
          <c:xMode val="edge"/>
          <c:yMode val="edge"/>
          <c:x val="0.41278751247643342"/>
          <c:y val="1.749909059844134E-2"/>
        </c:manualLayout>
      </c:layout>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0.19589054009093934"/>
          <c:y val="9.3328483191687156E-2"/>
          <c:w val="0.80410945990906069"/>
          <c:h val="0.90667151680831282"/>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4-51AD-446E-952B-ACAE8AAF5DE9}"/>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51AD-446E-952B-ACAE8AAF5DE9}"/>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6-51AD-446E-952B-ACAE8AAF5DE9}"/>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7-51AD-446E-952B-ACAE8AAF5DE9}"/>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8-51AD-446E-952B-ACAE8AAF5DE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1.8</c:v>
                </c:pt>
                <c:pt idx="5">
                  <c:v>2.8</c:v>
                </c:pt>
              </c:numCache>
            </c:numRef>
          </c:val>
          <c:extLst>
            <c:ext xmlns:c16="http://schemas.microsoft.com/office/drawing/2014/chart" uri="{C3380CC4-5D6E-409C-BE32-E72D297353CC}">
              <c16:uniqueId val="{00000000-51AD-446E-952B-ACAE8AAF5DE9}"/>
            </c:ext>
          </c:extLst>
        </c:ser>
        <c:dLbls>
          <c:showLegendKey val="0"/>
          <c:showVal val="0"/>
          <c:showCatName val="0"/>
          <c:showSerName val="0"/>
          <c:showPercent val="0"/>
          <c:showBubbleSize val="0"/>
        </c:dLbls>
        <c:gapWidth val="182"/>
        <c:axId val="917144952"/>
        <c:axId val="917145280"/>
      </c:barChart>
      <c:catAx>
        <c:axId val="917144952"/>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917145280"/>
        <c:crosses val="autoZero"/>
        <c:auto val="1"/>
        <c:lblAlgn val="ctr"/>
        <c:lblOffset val="100"/>
        <c:noMultiLvlLbl val="0"/>
      </c:catAx>
      <c:valAx>
        <c:axId val="9171452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7144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4.3</c:v>
                </c:pt>
              </c:numCache>
            </c:numRef>
          </c:val>
          <c:extLst>
            <c:ext xmlns:c16="http://schemas.microsoft.com/office/drawing/2014/chart" uri="{C3380CC4-5D6E-409C-BE32-E72D297353CC}">
              <c16:uniqueId val="{00000000-8894-43A6-B6B8-B5A303867365}"/>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8894-43A6-B6B8-B5A303867365}"/>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2</c:v>
                </c:pt>
              </c:numCache>
            </c:numRef>
          </c:val>
          <c:extLst>
            <c:ext xmlns:c16="http://schemas.microsoft.com/office/drawing/2014/chart" uri="{C3380CC4-5D6E-409C-BE32-E72D297353CC}">
              <c16:uniqueId val="{00000002-8894-43A6-B6B8-B5A303867365}"/>
            </c:ext>
          </c:extLst>
        </c:ser>
        <c:ser>
          <c:idx val="3"/>
          <c:order val="3"/>
          <c:tx>
            <c:strRef>
              <c:f>Sheet1!$E$1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1.5</c:v>
                </c:pt>
              </c:numCache>
            </c:numRef>
          </c:val>
          <c:extLst>
            <c:ext xmlns:c16="http://schemas.microsoft.com/office/drawing/2014/chart" uri="{C3380CC4-5D6E-409C-BE32-E72D297353CC}">
              <c16:uniqueId val="{00000004-8894-43A6-B6B8-B5A303867365}"/>
            </c:ext>
          </c:extLst>
        </c:ser>
        <c:ser>
          <c:idx val="4"/>
          <c:order val="4"/>
          <c:tx>
            <c:strRef>
              <c:f>Sheet1!$F$1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General</c:formatCode>
                <c:ptCount val="1"/>
                <c:pt idx="0">
                  <c:v>2.7</c:v>
                </c:pt>
              </c:numCache>
            </c:numRef>
          </c:val>
          <c:extLst>
            <c:ext xmlns:c16="http://schemas.microsoft.com/office/drawing/2014/chart" uri="{C3380CC4-5D6E-409C-BE32-E72D297353CC}">
              <c16:uniqueId val="{00000005-8894-43A6-B6B8-B5A303867365}"/>
            </c:ext>
          </c:extLst>
        </c:ser>
        <c:ser>
          <c:idx val="5"/>
          <c:order val="5"/>
          <c:tx>
            <c:strRef>
              <c:f>Sheet1!$G$1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General</c:formatCode>
                <c:ptCount val="1"/>
                <c:pt idx="0">
                  <c:v>2.2999999999999998</c:v>
                </c:pt>
              </c:numCache>
            </c:numRef>
          </c:val>
          <c:extLst>
            <c:ext xmlns:c16="http://schemas.microsoft.com/office/drawing/2014/chart" uri="{C3380CC4-5D6E-409C-BE32-E72D297353CC}">
              <c16:uniqueId val="{00000006-8894-43A6-B6B8-B5A303867365}"/>
            </c:ext>
          </c:extLst>
        </c:ser>
        <c:ser>
          <c:idx val="6"/>
          <c:order val="6"/>
          <c:tx>
            <c:strRef>
              <c:f>Sheet1!$H$1</c:f>
              <c:strCache>
                <c:ptCount val="1"/>
                <c:pt idx="0">
                  <c:v>Series 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Sheet1!$H$2</c:f>
              <c:numCache>
                <c:formatCode>General</c:formatCode>
                <c:ptCount val="1"/>
                <c:pt idx="0">
                  <c:v>4.4000000000000004</c:v>
                </c:pt>
              </c:numCache>
            </c:numRef>
          </c:val>
          <c:extLst>
            <c:ext xmlns:c16="http://schemas.microsoft.com/office/drawing/2014/chart" uri="{C3380CC4-5D6E-409C-BE32-E72D297353CC}">
              <c16:uniqueId val="{00000007-8894-43A6-B6B8-B5A303867365}"/>
            </c:ext>
          </c:extLst>
        </c:ser>
        <c:ser>
          <c:idx val="7"/>
          <c:order val="7"/>
          <c:tx>
            <c:strRef>
              <c:f>Sheet1!$I$1</c:f>
              <c:strCache>
                <c:ptCount val="1"/>
                <c:pt idx="0">
                  <c:v>Series 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Sheet1!$I$2</c:f>
              <c:numCache>
                <c:formatCode>General</c:formatCode>
                <c:ptCount val="1"/>
                <c:pt idx="0">
                  <c:v>1.8</c:v>
                </c:pt>
              </c:numCache>
            </c:numRef>
          </c:val>
          <c:extLst>
            <c:ext xmlns:c16="http://schemas.microsoft.com/office/drawing/2014/chart" uri="{C3380CC4-5D6E-409C-BE32-E72D297353CC}">
              <c16:uniqueId val="{00000008-8894-43A6-B6B8-B5A303867365}"/>
            </c:ext>
          </c:extLst>
        </c:ser>
        <c:dLbls>
          <c:dLblPos val="ctr"/>
          <c:showLegendKey val="0"/>
          <c:showVal val="1"/>
          <c:showCatName val="0"/>
          <c:showSerName val="0"/>
          <c:showPercent val="0"/>
          <c:showBubbleSize val="0"/>
        </c:dLbls>
        <c:gapWidth val="25"/>
        <c:overlap val="-20"/>
        <c:axId val="745763856"/>
        <c:axId val="745763200"/>
      </c:barChart>
      <c:catAx>
        <c:axId val="745763856"/>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45763200"/>
        <c:crosses val="autoZero"/>
        <c:auto val="1"/>
        <c:lblAlgn val="ctr"/>
        <c:lblOffset val="100"/>
        <c:noMultiLvlLbl val="0"/>
      </c:catAx>
      <c:valAx>
        <c:axId val="745763200"/>
        <c:scaling>
          <c:orientation val="minMax"/>
        </c:scaling>
        <c:delete val="0"/>
        <c:axPos val="l"/>
        <c:numFmt formatCode="General" sourceLinked="1"/>
        <c:majorTickMark val="out"/>
        <c:minorTickMark val="none"/>
        <c:tickLblPos val="nextTo"/>
        <c:spPr>
          <a:noFill/>
          <a:ln w="12700">
            <a:solidFill>
              <a:srgbClr val="171717"/>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45763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rgbClr val="000000">
                    <a:lumMod val="65000"/>
                    <a:lumOff val="35000"/>
                  </a:srgbClr>
                </a:solidFill>
                <a:latin typeface="+mn-lt"/>
                <a:ea typeface="+mn-ea"/>
                <a:cs typeface="+mn-cs"/>
              </a:defRPr>
            </a:pPr>
            <a:r>
              <a:rPr lang="en-US" sz="1400" b="1" i="0" baseline="0" dirty="0">
                <a:solidFill>
                  <a:srgbClr val="000000"/>
                </a:solidFill>
                <a:effectLst/>
                <a:latin typeface="Arial" panose="020B0604020202020204" pitchFamily="34" charset="0"/>
                <a:ea typeface="Calibri" panose="020F0502020204030204" pitchFamily="34" charset="0"/>
                <a:cs typeface="Calibri" panose="020F0502020204030204" pitchFamily="34" charset="0"/>
              </a:rPr>
              <a:t>Chart Title</a:t>
            </a:r>
            <a:endParaRPr lang="en-US" sz="1400" dirty="0">
              <a:effectLst/>
            </a:endParaRPr>
          </a:p>
        </c:rich>
      </c:tx>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rgbClr val="000000">
                  <a:lumMod val="65000"/>
                  <a:lumOff val="35000"/>
                </a:srgb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4.3</c:v>
                </c:pt>
              </c:numCache>
            </c:numRef>
          </c:val>
          <c:extLst>
            <c:ext xmlns:c16="http://schemas.microsoft.com/office/drawing/2014/chart" uri="{C3380CC4-5D6E-409C-BE32-E72D297353CC}">
              <c16:uniqueId val="{00000000-8894-43A6-B6B8-B5A303867365}"/>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2.4</c:v>
                </c:pt>
              </c:numCache>
            </c:numRef>
          </c:val>
          <c:extLst>
            <c:ext xmlns:c16="http://schemas.microsoft.com/office/drawing/2014/chart" uri="{C3380CC4-5D6E-409C-BE32-E72D297353CC}">
              <c16:uniqueId val="{00000001-8894-43A6-B6B8-B5A303867365}"/>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2</c:v>
                </c:pt>
              </c:numCache>
            </c:numRef>
          </c:val>
          <c:extLst>
            <c:ext xmlns:c16="http://schemas.microsoft.com/office/drawing/2014/chart" uri="{C3380CC4-5D6E-409C-BE32-E72D297353CC}">
              <c16:uniqueId val="{00000002-8894-43A6-B6B8-B5A303867365}"/>
            </c:ext>
          </c:extLst>
        </c:ser>
        <c:ser>
          <c:idx val="3"/>
          <c:order val="3"/>
          <c:tx>
            <c:strRef>
              <c:f>Sheet1!$E$1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1.5</c:v>
                </c:pt>
              </c:numCache>
            </c:numRef>
          </c:val>
          <c:extLst>
            <c:ext xmlns:c16="http://schemas.microsoft.com/office/drawing/2014/chart" uri="{C3380CC4-5D6E-409C-BE32-E72D297353CC}">
              <c16:uniqueId val="{00000004-8894-43A6-B6B8-B5A303867365}"/>
            </c:ext>
          </c:extLst>
        </c:ser>
        <c:ser>
          <c:idx val="4"/>
          <c:order val="4"/>
          <c:tx>
            <c:strRef>
              <c:f>Sheet1!$F$1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General</c:formatCode>
                <c:ptCount val="1"/>
                <c:pt idx="0">
                  <c:v>2.7</c:v>
                </c:pt>
              </c:numCache>
            </c:numRef>
          </c:val>
          <c:extLst>
            <c:ext xmlns:c16="http://schemas.microsoft.com/office/drawing/2014/chart" uri="{C3380CC4-5D6E-409C-BE32-E72D297353CC}">
              <c16:uniqueId val="{00000005-8894-43A6-B6B8-B5A303867365}"/>
            </c:ext>
          </c:extLst>
        </c:ser>
        <c:ser>
          <c:idx val="5"/>
          <c:order val="5"/>
          <c:tx>
            <c:strRef>
              <c:f>Sheet1!$G$1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General</c:formatCode>
                <c:ptCount val="1"/>
                <c:pt idx="0">
                  <c:v>2.2999999999999998</c:v>
                </c:pt>
              </c:numCache>
            </c:numRef>
          </c:val>
          <c:extLst>
            <c:ext xmlns:c16="http://schemas.microsoft.com/office/drawing/2014/chart" uri="{C3380CC4-5D6E-409C-BE32-E72D297353CC}">
              <c16:uniqueId val="{00000006-8894-43A6-B6B8-B5A303867365}"/>
            </c:ext>
          </c:extLst>
        </c:ser>
        <c:ser>
          <c:idx val="6"/>
          <c:order val="6"/>
          <c:tx>
            <c:strRef>
              <c:f>Sheet1!$H$1</c:f>
              <c:strCache>
                <c:ptCount val="1"/>
                <c:pt idx="0">
                  <c:v>Series 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Sheet1!$H$2</c:f>
              <c:numCache>
                <c:formatCode>General</c:formatCode>
                <c:ptCount val="1"/>
                <c:pt idx="0">
                  <c:v>4.4000000000000004</c:v>
                </c:pt>
              </c:numCache>
            </c:numRef>
          </c:val>
          <c:extLst>
            <c:ext xmlns:c16="http://schemas.microsoft.com/office/drawing/2014/chart" uri="{C3380CC4-5D6E-409C-BE32-E72D297353CC}">
              <c16:uniqueId val="{00000007-8894-43A6-B6B8-B5A303867365}"/>
            </c:ext>
          </c:extLst>
        </c:ser>
        <c:ser>
          <c:idx val="7"/>
          <c:order val="7"/>
          <c:tx>
            <c:strRef>
              <c:f>Sheet1!$I$1</c:f>
              <c:strCache>
                <c:ptCount val="1"/>
                <c:pt idx="0">
                  <c:v>Series 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Sheet1!$I$2</c:f>
              <c:numCache>
                <c:formatCode>General</c:formatCode>
                <c:ptCount val="1"/>
                <c:pt idx="0">
                  <c:v>1.8</c:v>
                </c:pt>
              </c:numCache>
            </c:numRef>
          </c:val>
          <c:extLst>
            <c:ext xmlns:c16="http://schemas.microsoft.com/office/drawing/2014/chart" uri="{C3380CC4-5D6E-409C-BE32-E72D297353CC}">
              <c16:uniqueId val="{00000008-8894-43A6-B6B8-B5A303867365}"/>
            </c:ext>
          </c:extLst>
        </c:ser>
        <c:dLbls>
          <c:dLblPos val="ctr"/>
          <c:showLegendKey val="0"/>
          <c:showVal val="1"/>
          <c:showCatName val="0"/>
          <c:showSerName val="0"/>
          <c:showPercent val="0"/>
          <c:showBubbleSize val="0"/>
        </c:dLbls>
        <c:gapWidth val="25"/>
        <c:overlap val="-20"/>
        <c:axId val="745763856"/>
        <c:axId val="745763200"/>
      </c:barChart>
      <c:catAx>
        <c:axId val="745763856"/>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745763200"/>
        <c:crosses val="autoZero"/>
        <c:auto val="1"/>
        <c:lblAlgn val="ctr"/>
        <c:lblOffset val="100"/>
        <c:noMultiLvlLbl val="0"/>
      </c:catAx>
      <c:valAx>
        <c:axId val="74576320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745763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r>
              <a:rPr lang="en-US" sz="1400" b="1" i="0" baseline="0" dirty="0">
                <a:solidFill>
                  <a:srgbClr val="000000"/>
                </a:solidFill>
                <a:effectLst/>
                <a:latin typeface="Arial" panose="020B0604020202020204" pitchFamily="34" charset="0"/>
                <a:ea typeface="Calibri" panose="020F0502020204030204" pitchFamily="34" charset="0"/>
                <a:cs typeface="Calibri" panose="020F0502020204030204" pitchFamily="34" charset="0"/>
              </a:rPr>
              <a:t>Chart Title</a:t>
            </a:r>
            <a:endParaRPr lang="en-US" sz="1400" dirty="0">
              <a:effectLst/>
            </a:endParaRPr>
          </a:p>
        </c:rich>
      </c:tx>
      <c:layout>
        <c:manualLayout>
          <c:xMode val="edge"/>
          <c:yMode val="edge"/>
          <c:x val="0.40782263132601382"/>
          <c:y val="0.18374045128363409"/>
        </c:manualLayout>
      </c:layout>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2.5821596244131457E-2"/>
          <c:y val="0.27998544957506144"/>
          <c:w val="0.94835680751173712"/>
          <c:h val="0.43350667078193833"/>
        </c:manualLayout>
      </c:layout>
      <c:barChart>
        <c:barDir val="bar"/>
        <c:grouping val="percentStacked"/>
        <c:varyColors val="0"/>
        <c:ser>
          <c:idx val="0"/>
          <c:order val="0"/>
          <c:tx>
            <c:strRef>
              <c:f>Sheet1!$B$1</c:f>
              <c:strCache>
                <c:ptCount val="1"/>
                <c:pt idx="0">
                  <c:v>View</c:v>
                </c:pt>
              </c:strCache>
            </c:strRef>
          </c:tx>
          <c:spPr>
            <a:solidFill>
              <a:srgbClr val="0047BB"/>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sz="14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All Associate</c:v>
                </c:pt>
                <c:pt idx="1">
                  <c:v>Leaders</c:v>
                </c:pt>
                <c:pt idx="2">
                  <c:v>OCEO</c:v>
                </c:pt>
              </c:strCache>
            </c:strRef>
          </c:cat>
          <c:val>
            <c:numRef>
              <c:f>Sheet1!$B$2:$B$4</c:f>
              <c:numCache>
                <c:formatCode>0%</c:formatCode>
                <c:ptCount val="3"/>
                <c:pt idx="0">
                  <c:v>0.25</c:v>
                </c:pt>
                <c:pt idx="1">
                  <c:v>0.5</c:v>
                </c:pt>
                <c:pt idx="2">
                  <c:v>0.25</c:v>
                </c:pt>
              </c:numCache>
            </c:numRef>
          </c:val>
          <c:extLst>
            <c:ext xmlns:c16="http://schemas.microsoft.com/office/drawing/2014/chart" uri="{C3380CC4-5D6E-409C-BE32-E72D297353CC}">
              <c16:uniqueId val="{00000000-DE3F-C441-84CC-DAB429028E61}"/>
            </c:ext>
          </c:extLst>
        </c:ser>
        <c:ser>
          <c:idx val="1"/>
          <c:order val="1"/>
          <c:tx>
            <c:strRef>
              <c:f>Sheet1!$C$1</c:f>
              <c:strCache>
                <c:ptCount val="1"/>
                <c:pt idx="0">
                  <c:v>Glance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All Associate</c:v>
                </c:pt>
                <c:pt idx="1">
                  <c:v>Leaders</c:v>
                </c:pt>
                <c:pt idx="2">
                  <c:v>OCEO</c:v>
                </c:pt>
              </c:strCache>
            </c:strRef>
          </c:cat>
          <c:val>
            <c:numRef>
              <c:f>Sheet1!$C$2:$C$4</c:f>
              <c:numCache>
                <c:formatCode>0%</c:formatCode>
                <c:ptCount val="3"/>
                <c:pt idx="0">
                  <c:v>0.5</c:v>
                </c:pt>
                <c:pt idx="1">
                  <c:v>0.25</c:v>
                </c:pt>
                <c:pt idx="2">
                  <c:v>0.25</c:v>
                </c:pt>
              </c:numCache>
            </c:numRef>
          </c:val>
          <c:extLst>
            <c:ext xmlns:c16="http://schemas.microsoft.com/office/drawing/2014/chart" uri="{C3380CC4-5D6E-409C-BE32-E72D297353CC}">
              <c16:uniqueId val="{00000001-DE3F-C441-84CC-DAB429028E61}"/>
            </c:ext>
          </c:extLst>
        </c:ser>
        <c:ser>
          <c:idx val="2"/>
          <c:order val="2"/>
          <c:tx>
            <c:strRef>
              <c:f>Sheet1!$D$1</c:f>
              <c:strCache>
                <c:ptCount val="1"/>
                <c:pt idx="0">
                  <c:v>Read</c:v>
                </c:pt>
              </c:strCache>
            </c:strRef>
          </c:tx>
          <c:spPr>
            <a:solidFill>
              <a:srgbClr val="141B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All Associate</c:v>
                </c:pt>
                <c:pt idx="1">
                  <c:v>Leaders</c:v>
                </c:pt>
                <c:pt idx="2">
                  <c:v>OCEO</c:v>
                </c:pt>
              </c:strCache>
            </c:strRef>
          </c:cat>
          <c:val>
            <c:numRef>
              <c:f>Sheet1!$D$2:$D$4</c:f>
              <c:numCache>
                <c:formatCode>0%</c:formatCode>
                <c:ptCount val="3"/>
                <c:pt idx="0">
                  <c:v>0.25</c:v>
                </c:pt>
                <c:pt idx="1">
                  <c:v>0.25</c:v>
                </c:pt>
                <c:pt idx="2">
                  <c:v>0.5</c:v>
                </c:pt>
              </c:numCache>
            </c:numRef>
          </c:val>
          <c:extLst>
            <c:ext xmlns:c16="http://schemas.microsoft.com/office/drawing/2014/chart" uri="{C3380CC4-5D6E-409C-BE32-E72D297353CC}">
              <c16:uniqueId val="{00000002-DE3F-C441-84CC-DAB429028E61}"/>
            </c:ext>
          </c:extLst>
        </c:ser>
        <c:dLbls>
          <c:dLblPos val="inBase"/>
          <c:showLegendKey val="0"/>
          <c:showVal val="1"/>
          <c:showCatName val="0"/>
          <c:showSerName val="0"/>
          <c:showPercent val="0"/>
          <c:showBubbleSize val="0"/>
        </c:dLbls>
        <c:gapWidth val="61"/>
        <c:overlap val="100"/>
        <c:axId val="1268224527"/>
        <c:axId val="1285457199"/>
      </c:barChart>
      <c:catAx>
        <c:axId val="1268224527"/>
        <c:scaling>
          <c:orientation val="minMax"/>
        </c:scaling>
        <c:delete val="1"/>
        <c:axPos val="l"/>
        <c:numFmt formatCode="General" sourceLinked="1"/>
        <c:majorTickMark val="none"/>
        <c:minorTickMark val="none"/>
        <c:tickLblPos val="nextTo"/>
        <c:crossAx val="1285457199"/>
        <c:crosses val="autoZero"/>
        <c:auto val="1"/>
        <c:lblAlgn val="ctr"/>
        <c:lblOffset val="100"/>
        <c:noMultiLvlLbl val="0"/>
      </c:catAx>
      <c:valAx>
        <c:axId val="1285457199"/>
        <c:scaling>
          <c:orientation val="minMax"/>
        </c:scaling>
        <c:delete val="1"/>
        <c:axPos val="b"/>
        <c:numFmt formatCode="0%" sourceLinked="1"/>
        <c:majorTickMark val="none"/>
        <c:minorTickMark val="none"/>
        <c:tickLblPos val="nextTo"/>
        <c:crossAx val="1268224527"/>
        <c:crosses val="autoZero"/>
        <c:crossBetween val="between"/>
      </c:valAx>
      <c:spPr>
        <a:noFill/>
        <a:ln>
          <a:noFill/>
        </a:ln>
        <a:effectLst/>
      </c:spPr>
    </c:plotArea>
    <c:legend>
      <c:legendPos val="b"/>
      <c:layout>
        <c:manualLayout>
          <c:xMode val="edge"/>
          <c:yMode val="edge"/>
          <c:x val="0.31890891279435141"/>
          <c:y val="0.74265727135440207"/>
          <c:w val="0.36218198957524678"/>
          <c:h val="5.6103186763522522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r>
              <a:rPr lang="en-US" sz="1400" b="1" i="0" baseline="0" dirty="0">
                <a:solidFill>
                  <a:srgbClr val="000000"/>
                </a:solidFill>
                <a:effectLst/>
                <a:latin typeface="Arial" panose="020B0604020202020204" pitchFamily="34" charset="0"/>
                <a:ea typeface="Calibri" panose="020F0502020204030204" pitchFamily="34" charset="0"/>
                <a:cs typeface="Calibri" panose="020F0502020204030204" pitchFamily="34" charset="0"/>
              </a:rPr>
              <a:t>Chart Title</a:t>
            </a:r>
            <a:endParaRPr lang="en-US" sz="1400" dirty="0">
              <a:effectLst/>
            </a:endParaRPr>
          </a:p>
        </c:rich>
      </c:tx>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rgbClr val="000000">
                  <a:lumMod val="65000"/>
                  <a:lumOff val="35000"/>
                </a:srgbClr>
              </a:solidFill>
              <a:latin typeface="+mn-lt"/>
              <a:ea typeface="+mn-ea"/>
              <a:cs typeface="+mn-cs"/>
            </a:defRPr>
          </a:pPr>
          <a:endParaRPr lang="en-US"/>
        </a:p>
      </c:txPr>
    </c:title>
    <c:autoTitleDeleted val="0"/>
    <c:plotArea>
      <c:layout>
        <c:manualLayout>
          <c:layoutTarget val="inner"/>
          <c:xMode val="edge"/>
          <c:yMode val="edge"/>
          <c:x val="5.329183070866142E-2"/>
          <c:y val="0.12031658197290536"/>
          <c:w val="0.94243756483826779"/>
          <c:h val="0.72327255040289229"/>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6EA-B944-BA4B-1F85BE16CCD4}"/>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6EA-B944-BA4B-1F85BE16CCD4}"/>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6EA-B944-BA4B-1F85BE16CCD4}"/>
            </c:ext>
          </c:extLst>
        </c:ser>
        <c:dLbls>
          <c:showLegendKey val="0"/>
          <c:showVal val="0"/>
          <c:showCatName val="0"/>
          <c:showSerName val="0"/>
          <c:showPercent val="0"/>
          <c:showBubbleSize val="0"/>
        </c:dLbls>
        <c:gapWidth val="150"/>
        <c:overlap val="100"/>
        <c:axId val="823462336"/>
        <c:axId val="823459056"/>
      </c:barChart>
      <c:catAx>
        <c:axId val="82346233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823459056"/>
        <c:crosses val="autoZero"/>
        <c:auto val="1"/>
        <c:lblAlgn val="ctr"/>
        <c:lblOffset val="100"/>
        <c:noMultiLvlLbl val="0"/>
      </c:catAx>
      <c:valAx>
        <c:axId val="82345905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823462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63D-4825-96DE-CD10A06A822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63D-4825-96DE-CD10A06A822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63D-4825-96DE-CD10A06A8221}"/>
              </c:ext>
            </c:extLst>
          </c:dPt>
          <c:cat>
            <c:strRef>
              <c:f>Sheet1!$A$2:$A$4</c:f>
              <c:strCache>
                <c:ptCount val="3"/>
                <c:pt idx="0">
                  <c:v>1st Qtr</c:v>
                </c:pt>
                <c:pt idx="1">
                  <c:v>2nd Qtr</c:v>
                </c:pt>
                <c:pt idx="2">
                  <c:v>3rd Qtr</c:v>
                </c:pt>
              </c:strCache>
            </c:strRef>
          </c:cat>
          <c:val>
            <c:numRef>
              <c:f>Sheet1!$B$2:$B$4</c:f>
              <c:numCache>
                <c:formatCode>General</c:formatCode>
                <c:ptCount val="3"/>
                <c:pt idx="0">
                  <c:v>1.2</c:v>
                </c:pt>
                <c:pt idx="1">
                  <c:v>5</c:v>
                </c:pt>
                <c:pt idx="2">
                  <c:v>1.8</c:v>
                </c:pt>
              </c:numCache>
            </c:numRef>
          </c:val>
          <c:extLst>
            <c:ext xmlns:c16="http://schemas.microsoft.com/office/drawing/2014/chart" uri="{C3380CC4-5D6E-409C-BE32-E72D297353CC}">
              <c16:uniqueId val="{00000006-263D-4825-96DE-CD10A06A822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120-4E43-96A7-A0232E759E2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120-4E43-96A7-A0232E759E2E}"/>
              </c:ext>
            </c:extLst>
          </c:dPt>
          <c:cat>
            <c:strRef>
              <c:f>Sheet1!$A$2:$A$3</c:f>
              <c:strCache>
                <c:ptCount val="2"/>
                <c:pt idx="0">
                  <c:v>1st Qtr</c:v>
                </c:pt>
                <c:pt idx="1">
                  <c:v>2nd Qtr</c:v>
                </c:pt>
              </c:strCache>
            </c:strRef>
          </c:cat>
          <c:val>
            <c:numRef>
              <c:f>Sheet1!$B$2:$B$3</c:f>
              <c:numCache>
                <c:formatCode>General</c:formatCode>
                <c:ptCount val="2"/>
                <c:pt idx="0">
                  <c:v>2.5</c:v>
                </c:pt>
                <c:pt idx="1">
                  <c:v>7.5</c:v>
                </c:pt>
              </c:numCache>
            </c:numRef>
          </c:val>
          <c:extLst>
            <c:ext xmlns:c16="http://schemas.microsoft.com/office/drawing/2014/chart" uri="{C3380CC4-5D6E-409C-BE32-E72D297353CC}">
              <c16:uniqueId val="{00000004-C120-4E43-96A7-A0232E759E2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51192192525231"/>
          <c:y val="3.2093362509117436E-2"/>
          <c:w val="0.67077464788732399"/>
          <c:h val="0.8336980306345732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3A1-4CEB-88BD-D6971095DA0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3A1-4CEB-88BD-D6971095DA0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3A1-4CEB-88BD-D6971095DA0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3A1-4CEB-88BD-D6971095DA0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3A1-4CEB-88BD-D6971095DA01}"/>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3A1-4CEB-88BD-D6971095DA01}"/>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73A1-4CEB-88BD-D6971095DA01}"/>
              </c:ext>
            </c:extLst>
          </c:dPt>
          <c:dPt>
            <c:idx val="7"/>
            <c:bubble3D val="0"/>
            <c:spPr>
              <a:solidFill>
                <a:schemeClr val="accent2"/>
              </a:solidFill>
              <a:ln w="19050">
                <a:solidFill>
                  <a:schemeClr val="lt1"/>
                </a:solidFill>
              </a:ln>
              <a:effectLst/>
            </c:spPr>
            <c:extLst>
              <c:ext xmlns:c16="http://schemas.microsoft.com/office/drawing/2014/chart" uri="{C3380CC4-5D6E-409C-BE32-E72D297353CC}">
                <c16:uniqueId val="{0000000F-73A1-4CEB-88BD-D6971095DA01}"/>
              </c:ext>
            </c:extLst>
          </c:dPt>
          <c:cat>
            <c:strRef>
              <c:f>Sheet1!$A$2:$A$9</c:f>
              <c:strCache>
                <c:ptCount val="8"/>
                <c:pt idx="0">
                  <c:v>Series 1</c:v>
                </c:pt>
                <c:pt idx="1">
                  <c:v>Series 2</c:v>
                </c:pt>
                <c:pt idx="2">
                  <c:v>Series 3</c:v>
                </c:pt>
                <c:pt idx="3">
                  <c:v>Series 4</c:v>
                </c:pt>
                <c:pt idx="4">
                  <c:v>Series 5</c:v>
                </c:pt>
                <c:pt idx="5">
                  <c:v>Series 6</c:v>
                </c:pt>
                <c:pt idx="6">
                  <c:v>Series 7</c:v>
                </c:pt>
                <c:pt idx="7">
                  <c:v>Series 8</c:v>
                </c:pt>
              </c:strCache>
            </c:strRef>
          </c:cat>
          <c:val>
            <c:numRef>
              <c:f>Sheet1!$B$2:$B$9</c:f>
              <c:numCache>
                <c:formatCode>General</c:formatCode>
                <c:ptCount val="8"/>
                <c:pt idx="0">
                  <c:v>8.1999999999999993</c:v>
                </c:pt>
                <c:pt idx="1">
                  <c:v>3.2</c:v>
                </c:pt>
                <c:pt idx="2">
                  <c:v>1.4</c:v>
                </c:pt>
                <c:pt idx="3">
                  <c:v>1.2</c:v>
                </c:pt>
                <c:pt idx="4">
                  <c:v>4.4000000000000004</c:v>
                </c:pt>
                <c:pt idx="5">
                  <c:v>1.6</c:v>
                </c:pt>
                <c:pt idx="6">
                  <c:v>2.8</c:v>
                </c:pt>
                <c:pt idx="7">
                  <c:v>3.2</c:v>
                </c:pt>
              </c:numCache>
            </c:numRef>
          </c:val>
          <c:extLst>
            <c:ext xmlns:c16="http://schemas.microsoft.com/office/drawing/2014/chart" uri="{C3380CC4-5D6E-409C-BE32-E72D297353CC}">
              <c16:uniqueId val="{00000000-595D-46ED-AB0C-AA1192AE4372}"/>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l"/>
      <c:layout>
        <c:manualLayout>
          <c:xMode val="edge"/>
          <c:yMode val="edge"/>
          <c:x val="1.4084507042253521E-2"/>
          <c:y val="0.591122061602256"/>
          <c:w val="0.12058703929614432"/>
          <c:h val="0.3896010154091789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4D2B-6C48-BF71-0236C75662CC}"/>
            </c:ext>
          </c:extLst>
        </c:ser>
        <c:ser>
          <c:idx val="1"/>
          <c:order val="1"/>
          <c:tx>
            <c:strRef>
              <c:f>Sheet1!$C$1</c:f>
              <c:strCache>
                <c:ptCount val="1"/>
                <c:pt idx="0">
                  <c:v>Series 2</c:v>
                </c:pt>
              </c:strCache>
            </c:strRef>
          </c:tx>
          <c:spPr>
            <a:ln w="28575" cap="rnd">
              <a:solidFill>
                <a:srgbClr val="008775"/>
              </a:solidFill>
              <a:prstDash val="lgDash"/>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4D2B-6C48-BF71-0236C75662CC}"/>
            </c:ext>
          </c:extLst>
        </c:ser>
        <c:dLbls>
          <c:showLegendKey val="0"/>
          <c:showVal val="0"/>
          <c:showCatName val="0"/>
          <c:showSerName val="0"/>
          <c:showPercent val="0"/>
          <c:showBubbleSize val="0"/>
        </c:dLbls>
        <c:marker val="1"/>
        <c:smooth val="0"/>
        <c:axId val="384984208"/>
        <c:axId val="385815552"/>
      </c:lineChart>
      <c:catAx>
        <c:axId val="38498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385815552"/>
        <c:crosses val="autoZero"/>
        <c:auto val="1"/>
        <c:lblAlgn val="ctr"/>
        <c:lblOffset val="100"/>
        <c:noMultiLvlLbl val="0"/>
      </c:catAx>
      <c:valAx>
        <c:axId val="38581555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3849842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Category 1</cx:pt>
          <cx:pt idx="1">Category 2</cx:pt>
          <cx:pt idx="2">Category 3</cx:pt>
          <cx:pt idx="3">Category 4</cx:pt>
        </cx:lvl>
      </cx:strDim>
      <cx:numDim type="val">
        <cx:f>Sheet1!$B$2:$B$5</cx:f>
        <cx:lvl ptCount="4" formatCode="General">
          <cx:pt idx="0">100</cx:pt>
          <cx:pt idx="1">20</cx:pt>
          <cx:pt idx="2">50</cx:pt>
          <cx:pt idx="3">-40</cx:pt>
        </cx:lvl>
      </cx:numDim>
    </cx:data>
  </cx:chartData>
  <cx:chart>
    <cx:title pos="t" align="ctr" overlay="0">
      <cx:tx>
        <cx:txData>
          <cx:v>Chart Title</cx:v>
        </cx:txData>
      </cx:tx>
      <cx:txPr>
        <a:bodyPr spcFirstLastPara="1" vertOverflow="ellipsis" horzOverflow="overflow" wrap="square" lIns="0" tIns="0" rIns="0" bIns="0" anchor="ctr" anchorCtr="1"/>
        <a:lstStyle/>
        <a:p>
          <a:pPr algn="ctr" rtl="0">
            <a:defRPr sz="1400" b="1">
              <a:solidFill>
                <a:schemeClr val="tx1"/>
              </a:solidFill>
            </a:defRPr>
          </a:pPr>
          <a:r>
            <a:rPr lang="en-US" sz="1400" b="1" i="0" u="none" strike="noStrike" baseline="0" dirty="0">
              <a:solidFill>
                <a:schemeClr val="tx1"/>
              </a:solidFill>
              <a:latin typeface="Arial"/>
            </a:rPr>
            <a:t>Chart Title</a:t>
          </a:r>
        </a:p>
      </cx:txPr>
    </cx:title>
    <cx:plotArea>
      <cx:plotAreaRegion>
        <cx:series layoutId="waterfall" uniqueId="{3FD2F6F8-78DF-6F43-AD7B-5AED83259CEB}">
          <cx:tx>
            <cx:txData>
              <cx:f>Sheet1!$B$1</cx:f>
              <cx:v>Series1</cx:v>
            </cx:txData>
          </cx:tx>
          <cx:dataPt idx="0"/>
          <cx:dataLabels pos="ctr">
            <cx:txPr>
              <a:bodyPr spcFirstLastPara="1" vertOverflow="ellipsis" horzOverflow="overflow" wrap="square" lIns="0" tIns="0" rIns="0" bIns="0" anchor="ctr" anchorCtr="1"/>
              <a:lstStyle/>
              <a:p>
                <a:pPr algn="ctr" rtl="0">
                  <a:defRPr/>
                </a:pPr>
                <a:endParaRPr lang="en-US" sz="1197" b="0" i="0" u="none" strike="noStrike" baseline="0">
                  <a:solidFill>
                    <a:srgbClr val="000000">
                      <a:lumMod val="65000"/>
                      <a:lumOff val="35000"/>
                    </a:srgbClr>
                  </a:solidFill>
                  <a:latin typeface="Arial"/>
                </a:endParaRPr>
              </a:p>
            </cx:txPr>
            <cx:visibility seriesName="0" categoryName="0" value="1"/>
            <cx:separator>, </cx:separator>
          </cx:dataLabels>
          <cx:dataId val="0"/>
          <cx:layoutPr>
            <cx:subtotals>
              <cx:idx val="0"/>
            </cx:subtotals>
          </cx:layoutPr>
        </cx:series>
      </cx:plotAreaRegion>
      <cx:axis id="0">
        <cx:catScaling gapWidth="0.5"/>
        <cx:tickLabels/>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Arial"/>
            </a:endParaRPr>
          </a:p>
        </cx:txPr>
      </cx:axis>
      <cx:axis id="1" hidden="1">
        <cx:valScaling/>
        <cx:majorGridlines/>
        <cx:tickLabels/>
      </cx:axis>
    </cx:plotArea>
    <cx:legend pos="b" align="ctr" overlay="0">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Arial"/>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A355A5-93CD-8B49-80F5-189929813D4C}" type="doc">
      <dgm:prSet loTypeId="urn:microsoft.com/office/officeart/2005/8/layout/target3" loCatId="" qsTypeId="urn:microsoft.com/office/officeart/2005/8/quickstyle/simple1" qsCatId="simple" csTypeId="urn:microsoft.com/office/officeart/2005/8/colors/accent1_2" csCatId="accent1" phldr="1"/>
      <dgm:spPr/>
      <dgm:t>
        <a:bodyPr/>
        <a:lstStyle/>
        <a:p>
          <a:endParaRPr lang="en-US"/>
        </a:p>
      </dgm:t>
    </dgm:pt>
    <dgm:pt modelId="{AC3BF801-590F-DE45-9BBF-855194E2CF47}">
      <dgm:prSet phldrT="[Text]" phldr="1" custT="1"/>
      <dgm:spPr>
        <a:ln>
          <a:solidFill>
            <a:srgbClr val="0047BB"/>
          </a:solidFill>
        </a:ln>
      </dgm:spPr>
      <dgm:t>
        <a:bodyPr/>
        <a:lstStyle/>
        <a:p>
          <a:endParaRPr lang="en-US" sz="1600" dirty="0"/>
        </a:p>
      </dgm:t>
    </dgm:pt>
    <dgm:pt modelId="{F7C9D112-5535-024B-BD15-515B409C76B4}" type="parTrans" cxnId="{ABB4C4A1-6244-5344-8C0A-EC8086A90E30}">
      <dgm:prSet/>
      <dgm:spPr/>
      <dgm:t>
        <a:bodyPr/>
        <a:lstStyle/>
        <a:p>
          <a:endParaRPr lang="en-US"/>
        </a:p>
      </dgm:t>
    </dgm:pt>
    <dgm:pt modelId="{02ECE934-606A-654F-83E2-6CAA5CAB4BF9}" type="sibTrans" cxnId="{ABB4C4A1-6244-5344-8C0A-EC8086A90E30}">
      <dgm:prSet/>
      <dgm:spPr/>
      <dgm:t>
        <a:bodyPr/>
        <a:lstStyle/>
        <a:p>
          <a:endParaRPr lang="en-US"/>
        </a:p>
      </dgm:t>
    </dgm:pt>
    <dgm:pt modelId="{AC839F76-66FB-144E-983D-BECF1669A34A}">
      <dgm:prSet phldrT="[Text]" phldr="1" custT="1"/>
      <dgm:spPr/>
      <dgm:t>
        <a:bodyPr/>
        <a:lstStyle/>
        <a:p>
          <a:endParaRPr lang="en-US" sz="1200"/>
        </a:p>
      </dgm:t>
    </dgm:pt>
    <dgm:pt modelId="{57F6FF32-444A-BB4E-B706-63005502F9CB}" type="parTrans" cxnId="{4B89DF40-13EA-7B40-B321-9B1FA9B55651}">
      <dgm:prSet/>
      <dgm:spPr/>
      <dgm:t>
        <a:bodyPr/>
        <a:lstStyle/>
        <a:p>
          <a:endParaRPr lang="en-US"/>
        </a:p>
      </dgm:t>
    </dgm:pt>
    <dgm:pt modelId="{71823C23-57DB-6549-B734-7EEEEE45D7D7}" type="sibTrans" cxnId="{4B89DF40-13EA-7B40-B321-9B1FA9B55651}">
      <dgm:prSet/>
      <dgm:spPr/>
      <dgm:t>
        <a:bodyPr/>
        <a:lstStyle/>
        <a:p>
          <a:endParaRPr lang="en-US"/>
        </a:p>
      </dgm:t>
    </dgm:pt>
    <dgm:pt modelId="{992DDACE-A7D5-3242-8851-D3D40EA34E4C}">
      <dgm:prSet phldrT="[Text]" phldr="1" custT="1"/>
      <dgm:spPr/>
      <dgm:t>
        <a:bodyPr/>
        <a:lstStyle/>
        <a:p>
          <a:endParaRPr lang="en-US" sz="1200" dirty="0"/>
        </a:p>
      </dgm:t>
    </dgm:pt>
    <dgm:pt modelId="{4E7708B4-9758-6149-8711-2A9E4794F973}" type="parTrans" cxnId="{71D48AAE-CE18-BD49-BCC9-7E04F54A009D}">
      <dgm:prSet/>
      <dgm:spPr/>
      <dgm:t>
        <a:bodyPr/>
        <a:lstStyle/>
        <a:p>
          <a:endParaRPr lang="en-US"/>
        </a:p>
      </dgm:t>
    </dgm:pt>
    <dgm:pt modelId="{EAEB2456-4DA7-E648-BA6F-C6EAFDDFEB26}" type="sibTrans" cxnId="{71D48AAE-CE18-BD49-BCC9-7E04F54A009D}">
      <dgm:prSet/>
      <dgm:spPr/>
      <dgm:t>
        <a:bodyPr/>
        <a:lstStyle/>
        <a:p>
          <a:endParaRPr lang="en-US"/>
        </a:p>
      </dgm:t>
    </dgm:pt>
    <dgm:pt modelId="{6CE87E49-A087-DE45-A5D2-2CE9F47F86DE}">
      <dgm:prSet phldrT="[Text]" phldr="1" custT="1"/>
      <dgm:spPr>
        <a:ln>
          <a:solidFill>
            <a:srgbClr val="1F74DB"/>
          </a:solidFill>
        </a:ln>
      </dgm:spPr>
      <dgm:t>
        <a:bodyPr/>
        <a:lstStyle/>
        <a:p>
          <a:endParaRPr lang="en-US" sz="1600" dirty="0"/>
        </a:p>
      </dgm:t>
    </dgm:pt>
    <dgm:pt modelId="{F7525C85-EEC8-AF4B-82DC-6EA773FFCD3D}" type="parTrans" cxnId="{ECD4D617-5EC9-6F42-8307-7808EC46C367}">
      <dgm:prSet/>
      <dgm:spPr/>
      <dgm:t>
        <a:bodyPr/>
        <a:lstStyle/>
        <a:p>
          <a:endParaRPr lang="en-US"/>
        </a:p>
      </dgm:t>
    </dgm:pt>
    <dgm:pt modelId="{45AB0D1A-9A1B-9F49-87FC-EA610C6557BE}" type="sibTrans" cxnId="{ECD4D617-5EC9-6F42-8307-7808EC46C367}">
      <dgm:prSet/>
      <dgm:spPr/>
      <dgm:t>
        <a:bodyPr/>
        <a:lstStyle/>
        <a:p>
          <a:endParaRPr lang="en-US"/>
        </a:p>
      </dgm:t>
    </dgm:pt>
    <dgm:pt modelId="{6A540AA3-381B-4349-867E-5F9E2F30A064}">
      <dgm:prSet phldrT="[Text]" phldr="1" custT="1"/>
      <dgm:spPr/>
      <dgm:t>
        <a:bodyPr/>
        <a:lstStyle/>
        <a:p>
          <a:endParaRPr lang="en-US" sz="1200"/>
        </a:p>
      </dgm:t>
    </dgm:pt>
    <dgm:pt modelId="{FB393BA0-E70D-4B46-8CAA-C37F9BF67502}" type="parTrans" cxnId="{F612590A-20D9-804B-8962-6D36305F3F41}">
      <dgm:prSet/>
      <dgm:spPr/>
      <dgm:t>
        <a:bodyPr/>
        <a:lstStyle/>
        <a:p>
          <a:endParaRPr lang="en-US"/>
        </a:p>
      </dgm:t>
    </dgm:pt>
    <dgm:pt modelId="{F2371A7C-0C7D-6B4F-A815-58BF0CBF3F4B}" type="sibTrans" cxnId="{F612590A-20D9-804B-8962-6D36305F3F41}">
      <dgm:prSet/>
      <dgm:spPr/>
      <dgm:t>
        <a:bodyPr/>
        <a:lstStyle/>
        <a:p>
          <a:endParaRPr lang="en-US"/>
        </a:p>
      </dgm:t>
    </dgm:pt>
    <dgm:pt modelId="{42B3FF30-309B-8542-A64E-B87D884279E1}">
      <dgm:prSet phldrT="[Text]" phldr="1" custT="1"/>
      <dgm:spPr/>
      <dgm:t>
        <a:bodyPr/>
        <a:lstStyle/>
        <a:p>
          <a:endParaRPr lang="en-US" sz="1200" dirty="0"/>
        </a:p>
      </dgm:t>
    </dgm:pt>
    <dgm:pt modelId="{F819E136-93C1-1449-9905-FD510434A215}" type="parTrans" cxnId="{327B20F9-2320-5842-9C9B-6B7125185CEB}">
      <dgm:prSet/>
      <dgm:spPr/>
      <dgm:t>
        <a:bodyPr/>
        <a:lstStyle/>
        <a:p>
          <a:endParaRPr lang="en-US"/>
        </a:p>
      </dgm:t>
    </dgm:pt>
    <dgm:pt modelId="{8992FDB6-CFDD-934B-B102-F15E5320BB14}" type="sibTrans" cxnId="{327B20F9-2320-5842-9C9B-6B7125185CEB}">
      <dgm:prSet/>
      <dgm:spPr/>
      <dgm:t>
        <a:bodyPr/>
        <a:lstStyle/>
        <a:p>
          <a:endParaRPr lang="en-US"/>
        </a:p>
      </dgm:t>
    </dgm:pt>
    <dgm:pt modelId="{D26DA81A-7970-5A4E-8F97-4E535C873764}">
      <dgm:prSet phldrT="[Text]" phldr="1" custT="1"/>
      <dgm:spPr>
        <a:ln>
          <a:solidFill>
            <a:srgbClr val="8CC8E9"/>
          </a:solidFill>
        </a:ln>
      </dgm:spPr>
      <dgm:t>
        <a:bodyPr/>
        <a:lstStyle/>
        <a:p>
          <a:endParaRPr lang="en-US" sz="1600" dirty="0"/>
        </a:p>
      </dgm:t>
    </dgm:pt>
    <dgm:pt modelId="{5F1AC04C-7636-7B45-A9A6-07795D731EFC}" type="parTrans" cxnId="{CB3A627F-44BB-B145-99DB-0A44EC5A2CDC}">
      <dgm:prSet/>
      <dgm:spPr/>
      <dgm:t>
        <a:bodyPr/>
        <a:lstStyle/>
        <a:p>
          <a:endParaRPr lang="en-US"/>
        </a:p>
      </dgm:t>
    </dgm:pt>
    <dgm:pt modelId="{AD33EA08-E17C-494D-A53F-41C24DE01CC7}" type="sibTrans" cxnId="{CB3A627F-44BB-B145-99DB-0A44EC5A2CDC}">
      <dgm:prSet/>
      <dgm:spPr/>
      <dgm:t>
        <a:bodyPr/>
        <a:lstStyle/>
        <a:p>
          <a:endParaRPr lang="en-US"/>
        </a:p>
      </dgm:t>
    </dgm:pt>
    <dgm:pt modelId="{91838130-E20E-3042-8215-7E1A7951C534}">
      <dgm:prSet phldrT="[Text]" phldr="1" custT="1"/>
      <dgm:spPr/>
      <dgm:t>
        <a:bodyPr/>
        <a:lstStyle/>
        <a:p>
          <a:endParaRPr lang="en-US" sz="1200"/>
        </a:p>
      </dgm:t>
    </dgm:pt>
    <dgm:pt modelId="{C7D7324F-EEC5-F148-8804-C9C07D9568A3}" type="parTrans" cxnId="{0D7E9DA2-4BB5-D645-8C43-6552651CFF11}">
      <dgm:prSet/>
      <dgm:spPr/>
      <dgm:t>
        <a:bodyPr/>
        <a:lstStyle/>
        <a:p>
          <a:endParaRPr lang="en-US"/>
        </a:p>
      </dgm:t>
    </dgm:pt>
    <dgm:pt modelId="{3D320202-C2A7-A844-BE45-9B2D18A72A17}" type="sibTrans" cxnId="{0D7E9DA2-4BB5-D645-8C43-6552651CFF11}">
      <dgm:prSet/>
      <dgm:spPr/>
      <dgm:t>
        <a:bodyPr/>
        <a:lstStyle/>
        <a:p>
          <a:endParaRPr lang="en-US"/>
        </a:p>
      </dgm:t>
    </dgm:pt>
    <dgm:pt modelId="{B1D18BDE-8580-C940-99F9-74917E63FD83}">
      <dgm:prSet phldrT="[Text]" phldr="1" custT="1"/>
      <dgm:spPr/>
      <dgm:t>
        <a:bodyPr/>
        <a:lstStyle/>
        <a:p>
          <a:endParaRPr lang="en-US" sz="1200" dirty="0"/>
        </a:p>
      </dgm:t>
    </dgm:pt>
    <dgm:pt modelId="{25D3F627-C978-934D-86EA-CF4CC9D7E737}" type="parTrans" cxnId="{6886C739-FB65-FF47-8137-6EB30235EA16}">
      <dgm:prSet/>
      <dgm:spPr/>
      <dgm:t>
        <a:bodyPr/>
        <a:lstStyle/>
        <a:p>
          <a:endParaRPr lang="en-US"/>
        </a:p>
      </dgm:t>
    </dgm:pt>
    <dgm:pt modelId="{BF141D5E-B6D4-BD42-9716-8499B2E8C3AA}" type="sibTrans" cxnId="{6886C739-FB65-FF47-8137-6EB30235EA16}">
      <dgm:prSet/>
      <dgm:spPr/>
      <dgm:t>
        <a:bodyPr/>
        <a:lstStyle/>
        <a:p>
          <a:endParaRPr lang="en-US"/>
        </a:p>
      </dgm:t>
    </dgm:pt>
    <dgm:pt modelId="{EA230052-A56D-7347-9C0F-FC6711E12E58}" type="pres">
      <dgm:prSet presAssocID="{20A355A5-93CD-8B49-80F5-189929813D4C}" presName="Name0" presStyleCnt="0">
        <dgm:presLayoutVars>
          <dgm:chMax val="7"/>
          <dgm:dir/>
          <dgm:animLvl val="lvl"/>
          <dgm:resizeHandles val="exact"/>
        </dgm:presLayoutVars>
      </dgm:prSet>
      <dgm:spPr/>
    </dgm:pt>
    <dgm:pt modelId="{A046FAB0-8C5D-8149-A7C1-AC2605AAA969}" type="pres">
      <dgm:prSet presAssocID="{AC3BF801-590F-DE45-9BBF-855194E2CF47}" presName="circle1" presStyleLbl="node1" presStyleIdx="0" presStyleCnt="3"/>
      <dgm:spPr>
        <a:solidFill>
          <a:srgbClr val="0047BB"/>
        </a:solidFill>
        <a:ln>
          <a:noFill/>
        </a:ln>
      </dgm:spPr>
    </dgm:pt>
    <dgm:pt modelId="{F32A3CD0-6031-354D-84F1-13B9FD27509F}" type="pres">
      <dgm:prSet presAssocID="{AC3BF801-590F-DE45-9BBF-855194E2CF47}" presName="space" presStyleCnt="0"/>
      <dgm:spPr/>
    </dgm:pt>
    <dgm:pt modelId="{521477A3-823B-4541-8222-2BFE1005E53E}" type="pres">
      <dgm:prSet presAssocID="{AC3BF801-590F-DE45-9BBF-855194E2CF47}" presName="rect1" presStyleLbl="alignAcc1" presStyleIdx="0" presStyleCnt="3"/>
      <dgm:spPr/>
    </dgm:pt>
    <dgm:pt modelId="{CB327722-0304-E741-ABCD-1B3BC54F6AA7}" type="pres">
      <dgm:prSet presAssocID="{6CE87E49-A087-DE45-A5D2-2CE9F47F86DE}" presName="vertSpace2" presStyleLbl="node1" presStyleIdx="0" presStyleCnt="3"/>
      <dgm:spPr/>
    </dgm:pt>
    <dgm:pt modelId="{9BA10F2E-4A0B-DD48-8FD1-EAB9C6B8A04D}" type="pres">
      <dgm:prSet presAssocID="{6CE87E49-A087-DE45-A5D2-2CE9F47F86DE}" presName="circle2" presStyleLbl="node1" presStyleIdx="1" presStyleCnt="3"/>
      <dgm:spPr>
        <a:solidFill>
          <a:srgbClr val="1F74DB"/>
        </a:solidFill>
        <a:ln>
          <a:noFill/>
        </a:ln>
      </dgm:spPr>
    </dgm:pt>
    <dgm:pt modelId="{6FA43FBF-2625-AE4E-852A-5ACE93930563}" type="pres">
      <dgm:prSet presAssocID="{6CE87E49-A087-DE45-A5D2-2CE9F47F86DE}" presName="rect2" presStyleLbl="alignAcc1" presStyleIdx="1" presStyleCnt="3"/>
      <dgm:spPr/>
    </dgm:pt>
    <dgm:pt modelId="{D8E3A7C5-4316-D048-A740-DE46FA2714BE}" type="pres">
      <dgm:prSet presAssocID="{D26DA81A-7970-5A4E-8F97-4E535C873764}" presName="vertSpace3" presStyleLbl="node1" presStyleIdx="1" presStyleCnt="3"/>
      <dgm:spPr/>
    </dgm:pt>
    <dgm:pt modelId="{DB7EC9CF-1FF4-544E-8631-A42D79D136AE}" type="pres">
      <dgm:prSet presAssocID="{D26DA81A-7970-5A4E-8F97-4E535C873764}" presName="circle3" presStyleLbl="node1" presStyleIdx="2" presStyleCnt="3"/>
      <dgm:spPr>
        <a:solidFill>
          <a:srgbClr val="8CC8E9"/>
        </a:solidFill>
        <a:ln>
          <a:noFill/>
        </a:ln>
      </dgm:spPr>
    </dgm:pt>
    <dgm:pt modelId="{023BB6D9-C7AC-5D41-9AAA-C8470CD495D4}" type="pres">
      <dgm:prSet presAssocID="{D26DA81A-7970-5A4E-8F97-4E535C873764}" presName="rect3" presStyleLbl="alignAcc1" presStyleIdx="2" presStyleCnt="3"/>
      <dgm:spPr/>
    </dgm:pt>
    <dgm:pt modelId="{76B37471-510E-554F-B159-7C3B2A38EAD0}" type="pres">
      <dgm:prSet presAssocID="{AC3BF801-590F-DE45-9BBF-855194E2CF47}" presName="rect1ParTx" presStyleLbl="alignAcc1" presStyleIdx="2" presStyleCnt="3">
        <dgm:presLayoutVars>
          <dgm:chMax val="1"/>
          <dgm:bulletEnabled val="1"/>
        </dgm:presLayoutVars>
      </dgm:prSet>
      <dgm:spPr/>
    </dgm:pt>
    <dgm:pt modelId="{AAFFB092-1C60-704A-831E-15DEF79A549C}" type="pres">
      <dgm:prSet presAssocID="{AC3BF801-590F-DE45-9BBF-855194E2CF47}" presName="rect1ChTx" presStyleLbl="alignAcc1" presStyleIdx="2" presStyleCnt="3">
        <dgm:presLayoutVars>
          <dgm:bulletEnabled val="1"/>
        </dgm:presLayoutVars>
      </dgm:prSet>
      <dgm:spPr/>
    </dgm:pt>
    <dgm:pt modelId="{168E1510-77EC-8446-8EDC-EF79ADB26BE1}" type="pres">
      <dgm:prSet presAssocID="{6CE87E49-A087-DE45-A5D2-2CE9F47F86DE}" presName="rect2ParTx" presStyleLbl="alignAcc1" presStyleIdx="2" presStyleCnt="3">
        <dgm:presLayoutVars>
          <dgm:chMax val="1"/>
          <dgm:bulletEnabled val="1"/>
        </dgm:presLayoutVars>
      </dgm:prSet>
      <dgm:spPr/>
    </dgm:pt>
    <dgm:pt modelId="{4094991D-F507-5B48-9B02-F122EF162B63}" type="pres">
      <dgm:prSet presAssocID="{6CE87E49-A087-DE45-A5D2-2CE9F47F86DE}" presName="rect2ChTx" presStyleLbl="alignAcc1" presStyleIdx="2" presStyleCnt="3">
        <dgm:presLayoutVars>
          <dgm:bulletEnabled val="1"/>
        </dgm:presLayoutVars>
      </dgm:prSet>
      <dgm:spPr/>
    </dgm:pt>
    <dgm:pt modelId="{DEEFB289-21C8-5C4D-A938-3EEFA4C49A7F}" type="pres">
      <dgm:prSet presAssocID="{D26DA81A-7970-5A4E-8F97-4E535C873764}" presName="rect3ParTx" presStyleLbl="alignAcc1" presStyleIdx="2" presStyleCnt="3">
        <dgm:presLayoutVars>
          <dgm:chMax val="1"/>
          <dgm:bulletEnabled val="1"/>
        </dgm:presLayoutVars>
      </dgm:prSet>
      <dgm:spPr/>
    </dgm:pt>
    <dgm:pt modelId="{4DCBC3D5-421C-E04C-A113-8EDDD967118A}" type="pres">
      <dgm:prSet presAssocID="{D26DA81A-7970-5A4E-8F97-4E535C873764}" presName="rect3ChTx" presStyleLbl="alignAcc1" presStyleIdx="2" presStyleCnt="3">
        <dgm:presLayoutVars>
          <dgm:bulletEnabled val="1"/>
        </dgm:presLayoutVars>
      </dgm:prSet>
      <dgm:spPr/>
    </dgm:pt>
  </dgm:ptLst>
  <dgm:cxnLst>
    <dgm:cxn modelId="{1EEE1900-FF80-1640-9834-990EB390FBCD}" type="presOf" srcId="{6A540AA3-381B-4349-867E-5F9E2F30A064}" destId="{4094991D-F507-5B48-9B02-F122EF162B63}" srcOrd="0" destOrd="0" presId="urn:microsoft.com/office/officeart/2005/8/layout/target3"/>
    <dgm:cxn modelId="{F612590A-20D9-804B-8962-6D36305F3F41}" srcId="{6CE87E49-A087-DE45-A5D2-2CE9F47F86DE}" destId="{6A540AA3-381B-4349-867E-5F9E2F30A064}" srcOrd="0" destOrd="0" parTransId="{FB393BA0-E70D-4B46-8CAA-C37F9BF67502}" sibTransId="{F2371A7C-0C7D-6B4F-A815-58BF0CBF3F4B}"/>
    <dgm:cxn modelId="{8A4D450D-D512-F64D-B5CB-420535FB73B8}" type="presOf" srcId="{AC3BF801-590F-DE45-9BBF-855194E2CF47}" destId="{521477A3-823B-4541-8222-2BFE1005E53E}" srcOrd="0" destOrd="0" presId="urn:microsoft.com/office/officeart/2005/8/layout/target3"/>
    <dgm:cxn modelId="{ECD4D617-5EC9-6F42-8307-7808EC46C367}" srcId="{20A355A5-93CD-8B49-80F5-189929813D4C}" destId="{6CE87E49-A087-DE45-A5D2-2CE9F47F86DE}" srcOrd="1" destOrd="0" parTransId="{F7525C85-EEC8-AF4B-82DC-6EA773FFCD3D}" sibTransId="{45AB0D1A-9A1B-9F49-87FC-EA610C6557BE}"/>
    <dgm:cxn modelId="{B4100A29-277B-F848-BA9A-B9B205547CAD}" type="presOf" srcId="{6CE87E49-A087-DE45-A5D2-2CE9F47F86DE}" destId="{6FA43FBF-2625-AE4E-852A-5ACE93930563}" srcOrd="0" destOrd="0" presId="urn:microsoft.com/office/officeart/2005/8/layout/target3"/>
    <dgm:cxn modelId="{BFE9EF31-C0E9-E243-8217-7C890D00FC63}" type="presOf" srcId="{992DDACE-A7D5-3242-8851-D3D40EA34E4C}" destId="{AAFFB092-1C60-704A-831E-15DEF79A549C}" srcOrd="0" destOrd="1" presId="urn:microsoft.com/office/officeart/2005/8/layout/target3"/>
    <dgm:cxn modelId="{6886C739-FB65-FF47-8137-6EB30235EA16}" srcId="{D26DA81A-7970-5A4E-8F97-4E535C873764}" destId="{B1D18BDE-8580-C940-99F9-74917E63FD83}" srcOrd="1" destOrd="0" parTransId="{25D3F627-C978-934D-86EA-CF4CC9D7E737}" sibTransId="{BF141D5E-B6D4-BD42-9716-8499B2E8C3AA}"/>
    <dgm:cxn modelId="{4B89DF40-13EA-7B40-B321-9B1FA9B55651}" srcId="{AC3BF801-590F-DE45-9BBF-855194E2CF47}" destId="{AC839F76-66FB-144E-983D-BECF1669A34A}" srcOrd="0" destOrd="0" parTransId="{57F6FF32-444A-BB4E-B706-63005502F9CB}" sibTransId="{71823C23-57DB-6549-B734-7EEEEE45D7D7}"/>
    <dgm:cxn modelId="{CB2D0254-E21D-0542-8014-2444BF18B05B}" type="presOf" srcId="{42B3FF30-309B-8542-A64E-B87D884279E1}" destId="{4094991D-F507-5B48-9B02-F122EF162B63}" srcOrd="0" destOrd="1" presId="urn:microsoft.com/office/officeart/2005/8/layout/target3"/>
    <dgm:cxn modelId="{CB3A627F-44BB-B145-99DB-0A44EC5A2CDC}" srcId="{20A355A5-93CD-8B49-80F5-189929813D4C}" destId="{D26DA81A-7970-5A4E-8F97-4E535C873764}" srcOrd="2" destOrd="0" parTransId="{5F1AC04C-7636-7B45-A9A6-07795D731EFC}" sibTransId="{AD33EA08-E17C-494D-A53F-41C24DE01CC7}"/>
    <dgm:cxn modelId="{35E07F80-7934-BB49-A0D0-1FBCD9018580}" type="presOf" srcId="{20A355A5-93CD-8B49-80F5-189929813D4C}" destId="{EA230052-A56D-7347-9C0F-FC6711E12E58}" srcOrd="0" destOrd="0" presId="urn:microsoft.com/office/officeart/2005/8/layout/target3"/>
    <dgm:cxn modelId="{ABB4C4A1-6244-5344-8C0A-EC8086A90E30}" srcId="{20A355A5-93CD-8B49-80F5-189929813D4C}" destId="{AC3BF801-590F-DE45-9BBF-855194E2CF47}" srcOrd="0" destOrd="0" parTransId="{F7C9D112-5535-024B-BD15-515B409C76B4}" sibTransId="{02ECE934-606A-654F-83E2-6CAA5CAB4BF9}"/>
    <dgm:cxn modelId="{0D7E9DA2-4BB5-D645-8C43-6552651CFF11}" srcId="{D26DA81A-7970-5A4E-8F97-4E535C873764}" destId="{91838130-E20E-3042-8215-7E1A7951C534}" srcOrd="0" destOrd="0" parTransId="{C7D7324F-EEC5-F148-8804-C9C07D9568A3}" sibTransId="{3D320202-C2A7-A844-BE45-9B2D18A72A17}"/>
    <dgm:cxn modelId="{71D48AAE-CE18-BD49-BCC9-7E04F54A009D}" srcId="{AC3BF801-590F-DE45-9BBF-855194E2CF47}" destId="{992DDACE-A7D5-3242-8851-D3D40EA34E4C}" srcOrd="1" destOrd="0" parTransId="{4E7708B4-9758-6149-8711-2A9E4794F973}" sibTransId="{EAEB2456-4DA7-E648-BA6F-C6EAFDDFEB26}"/>
    <dgm:cxn modelId="{1CB4A5BA-1427-A540-AF41-F20BECDBD06D}" type="presOf" srcId="{AC3BF801-590F-DE45-9BBF-855194E2CF47}" destId="{76B37471-510E-554F-B159-7C3B2A38EAD0}" srcOrd="1" destOrd="0" presId="urn:microsoft.com/office/officeart/2005/8/layout/target3"/>
    <dgm:cxn modelId="{371329BE-C655-EC41-938F-4913FA60AAAE}" type="presOf" srcId="{91838130-E20E-3042-8215-7E1A7951C534}" destId="{4DCBC3D5-421C-E04C-A113-8EDDD967118A}" srcOrd="0" destOrd="0" presId="urn:microsoft.com/office/officeart/2005/8/layout/target3"/>
    <dgm:cxn modelId="{CE6860BF-E1CD-2B44-92D5-7EA8F19E70C0}" type="presOf" srcId="{6CE87E49-A087-DE45-A5D2-2CE9F47F86DE}" destId="{168E1510-77EC-8446-8EDC-EF79ADB26BE1}" srcOrd="1" destOrd="0" presId="urn:microsoft.com/office/officeart/2005/8/layout/target3"/>
    <dgm:cxn modelId="{FFE5C3C8-77A6-4B4C-A7EF-B264B288F612}" type="presOf" srcId="{D26DA81A-7970-5A4E-8F97-4E535C873764}" destId="{DEEFB289-21C8-5C4D-A938-3EEFA4C49A7F}" srcOrd="1" destOrd="0" presId="urn:microsoft.com/office/officeart/2005/8/layout/target3"/>
    <dgm:cxn modelId="{65E1F8D5-7E8F-F749-8DA5-F394F38F7C20}" type="presOf" srcId="{AC839F76-66FB-144E-983D-BECF1669A34A}" destId="{AAFFB092-1C60-704A-831E-15DEF79A549C}" srcOrd="0" destOrd="0" presId="urn:microsoft.com/office/officeart/2005/8/layout/target3"/>
    <dgm:cxn modelId="{AF72E1E9-6683-EC47-AAD0-DDCAEF5F0F74}" type="presOf" srcId="{B1D18BDE-8580-C940-99F9-74917E63FD83}" destId="{4DCBC3D5-421C-E04C-A113-8EDDD967118A}" srcOrd="0" destOrd="1" presId="urn:microsoft.com/office/officeart/2005/8/layout/target3"/>
    <dgm:cxn modelId="{EE9271F6-308C-0F40-BB2B-6E72C0828E1D}" type="presOf" srcId="{D26DA81A-7970-5A4E-8F97-4E535C873764}" destId="{023BB6D9-C7AC-5D41-9AAA-C8470CD495D4}" srcOrd="0" destOrd="0" presId="urn:microsoft.com/office/officeart/2005/8/layout/target3"/>
    <dgm:cxn modelId="{327B20F9-2320-5842-9C9B-6B7125185CEB}" srcId="{6CE87E49-A087-DE45-A5D2-2CE9F47F86DE}" destId="{42B3FF30-309B-8542-A64E-B87D884279E1}" srcOrd="1" destOrd="0" parTransId="{F819E136-93C1-1449-9905-FD510434A215}" sibTransId="{8992FDB6-CFDD-934B-B102-F15E5320BB14}"/>
    <dgm:cxn modelId="{E6B6619E-2DBE-D545-BF8E-F4B3B97023DD}" type="presParOf" srcId="{EA230052-A56D-7347-9C0F-FC6711E12E58}" destId="{A046FAB0-8C5D-8149-A7C1-AC2605AAA969}" srcOrd="0" destOrd="0" presId="urn:microsoft.com/office/officeart/2005/8/layout/target3"/>
    <dgm:cxn modelId="{6EA2C96C-5F66-0944-B0C5-89E4E85CEE5D}" type="presParOf" srcId="{EA230052-A56D-7347-9C0F-FC6711E12E58}" destId="{F32A3CD0-6031-354D-84F1-13B9FD27509F}" srcOrd="1" destOrd="0" presId="urn:microsoft.com/office/officeart/2005/8/layout/target3"/>
    <dgm:cxn modelId="{7182F379-E71A-374D-9E5F-39352F1F67B3}" type="presParOf" srcId="{EA230052-A56D-7347-9C0F-FC6711E12E58}" destId="{521477A3-823B-4541-8222-2BFE1005E53E}" srcOrd="2" destOrd="0" presId="urn:microsoft.com/office/officeart/2005/8/layout/target3"/>
    <dgm:cxn modelId="{1460727C-C297-8B43-9388-681BA82762B4}" type="presParOf" srcId="{EA230052-A56D-7347-9C0F-FC6711E12E58}" destId="{CB327722-0304-E741-ABCD-1B3BC54F6AA7}" srcOrd="3" destOrd="0" presId="urn:microsoft.com/office/officeart/2005/8/layout/target3"/>
    <dgm:cxn modelId="{1869C90C-C85C-5147-A040-7C05D6718DE1}" type="presParOf" srcId="{EA230052-A56D-7347-9C0F-FC6711E12E58}" destId="{9BA10F2E-4A0B-DD48-8FD1-EAB9C6B8A04D}" srcOrd="4" destOrd="0" presId="urn:microsoft.com/office/officeart/2005/8/layout/target3"/>
    <dgm:cxn modelId="{1EAAFACF-5B2B-7743-B718-270F49E575ED}" type="presParOf" srcId="{EA230052-A56D-7347-9C0F-FC6711E12E58}" destId="{6FA43FBF-2625-AE4E-852A-5ACE93930563}" srcOrd="5" destOrd="0" presId="urn:microsoft.com/office/officeart/2005/8/layout/target3"/>
    <dgm:cxn modelId="{CED702F9-B88C-E746-88FA-07A873E288A8}" type="presParOf" srcId="{EA230052-A56D-7347-9C0F-FC6711E12E58}" destId="{D8E3A7C5-4316-D048-A740-DE46FA2714BE}" srcOrd="6" destOrd="0" presId="urn:microsoft.com/office/officeart/2005/8/layout/target3"/>
    <dgm:cxn modelId="{1B0A5910-2FE3-024E-8FA7-C2BEFDACC5E2}" type="presParOf" srcId="{EA230052-A56D-7347-9C0F-FC6711E12E58}" destId="{DB7EC9CF-1FF4-544E-8631-A42D79D136AE}" srcOrd="7" destOrd="0" presId="urn:microsoft.com/office/officeart/2005/8/layout/target3"/>
    <dgm:cxn modelId="{42538910-B573-1C42-BAD2-C7AB249F8EF3}" type="presParOf" srcId="{EA230052-A56D-7347-9C0F-FC6711E12E58}" destId="{023BB6D9-C7AC-5D41-9AAA-C8470CD495D4}" srcOrd="8" destOrd="0" presId="urn:microsoft.com/office/officeart/2005/8/layout/target3"/>
    <dgm:cxn modelId="{D463E1A7-CF92-6840-BA82-384610060199}" type="presParOf" srcId="{EA230052-A56D-7347-9C0F-FC6711E12E58}" destId="{76B37471-510E-554F-B159-7C3B2A38EAD0}" srcOrd="9" destOrd="0" presId="urn:microsoft.com/office/officeart/2005/8/layout/target3"/>
    <dgm:cxn modelId="{D5E64A6F-83BB-504A-83CE-0FB10DF275F1}" type="presParOf" srcId="{EA230052-A56D-7347-9C0F-FC6711E12E58}" destId="{AAFFB092-1C60-704A-831E-15DEF79A549C}" srcOrd="10" destOrd="0" presId="urn:microsoft.com/office/officeart/2005/8/layout/target3"/>
    <dgm:cxn modelId="{D5D3E5CF-388C-1543-AD68-E438DAE56E61}" type="presParOf" srcId="{EA230052-A56D-7347-9C0F-FC6711E12E58}" destId="{168E1510-77EC-8446-8EDC-EF79ADB26BE1}" srcOrd="11" destOrd="0" presId="urn:microsoft.com/office/officeart/2005/8/layout/target3"/>
    <dgm:cxn modelId="{EC36E65C-70B4-1345-BB2B-C0A546049400}" type="presParOf" srcId="{EA230052-A56D-7347-9C0F-FC6711E12E58}" destId="{4094991D-F507-5B48-9B02-F122EF162B63}" srcOrd="12" destOrd="0" presId="urn:microsoft.com/office/officeart/2005/8/layout/target3"/>
    <dgm:cxn modelId="{0A26299A-FA6B-1E47-A0E9-C5B86893B304}" type="presParOf" srcId="{EA230052-A56D-7347-9C0F-FC6711E12E58}" destId="{DEEFB289-21C8-5C4D-A938-3EEFA4C49A7F}" srcOrd="13" destOrd="0" presId="urn:microsoft.com/office/officeart/2005/8/layout/target3"/>
    <dgm:cxn modelId="{76154E6C-0B3B-184B-9991-0733EFC51EFF}" type="presParOf" srcId="{EA230052-A56D-7347-9C0F-FC6711E12E58}" destId="{4DCBC3D5-421C-E04C-A113-8EDDD967118A}"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EFE8D7-74F0-8847-BF21-D8CCACF8FBB6}"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en-US"/>
        </a:p>
      </dgm:t>
    </dgm:pt>
    <dgm:pt modelId="{6CFC7D79-2E59-7D47-93BE-9414D2BE9361}">
      <dgm:prSet phldrT="[Text]" phldr="1" custT="1"/>
      <dgm:spPr/>
      <dgm:t>
        <a:bodyPr/>
        <a:lstStyle/>
        <a:p>
          <a:endParaRPr lang="en-US" sz="1600" dirty="0"/>
        </a:p>
      </dgm:t>
    </dgm:pt>
    <dgm:pt modelId="{53D001FB-59DC-1249-9DC7-5893109EEB6E}" type="parTrans" cxnId="{A82ADA14-D179-3B48-B24E-54C859D85341}">
      <dgm:prSet/>
      <dgm:spPr/>
      <dgm:t>
        <a:bodyPr/>
        <a:lstStyle/>
        <a:p>
          <a:endParaRPr lang="en-US"/>
        </a:p>
      </dgm:t>
    </dgm:pt>
    <dgm:pt modelId="{E5FA1065-9DB9-094D-B84F-829AEDF7C88C}" type="sibTrans" cxnId="{A82ADA14-D179-3B48-B24E-54C859D85341}">
      <dgm:prSet/>
      <dgm:spPr/>
      <dgm:t>
        <a:bodyPr/>
        <a:lstStyle/>
        <a:p>
          <a:endParaRPr lang="en-US"/>
        </a:p>
      </dgm:t>
    </dgm:pt>
    <dgm:pt modelId="{66E98CDD-4738-C24E-8DD3-0BD811895B89}">
      <dgm:prSet phldrT="[Text]" custT="1"/>
      <dgm:spPr/>
      <dgm:t>
        <a:bodyPr/>
        <a:lstStyle/>
        <a:p>
          <a:endParaRPr lang="en-US" sz="1200" dirty="0"/>
        </a:p>
      </dgm:t>
    </dgm:pt>
    <dgm:pt modelId="{BC460A14-99FE-544C-A00D-F0AFA239A70B}" type="parTrans" cxnId="{740F15CC-7CD8-F444-ACC2-911ABCE7D144}">
      <dgm:prSet/>
      <dgm:spPr/>
      <dgm:t>
        <a:bodyPr/>
        <a:lstStyle/>
        <a:p>
          <a:endParaRPr lang="en-US"/>
        </a:p>
      </dgm:t>
    </dgm:pt>
    <dgm:pt modelId="{2D813F75-4DFB-474B-B93B-9A1C8BE4F78B}" type="sibTrans" cxnId="{740F15CC-7CD8-F444-ACC2-911ABCE7D144}">
      <dgm:prSet/>
      <dgm:spPr/>
      <dgm:t>
        <a:bodyPr/>
        <a:lstStyle/>
        <a:p>
          <a:endParaRPr lang="en-US"/>
        </a:p>
      </dgm:t>
    </dgm:pt>
    <dgm:pt modelId="{B3304750-4017-AC40-9831-DBC6573B2D9C}">
      <dgm:prSet phldrT="[Text]" phldr="1" custT="1"/>
      <dgm:spPr>
        <a:solidFill>
          <a:srgbClr val="141B4D"/>
        </a:solidFill>
      </dgm:spPr>
      <dgm:t>
        <a:bodyPr/>
        <a:lstStyle/>
        <a:p>
          <a:endParaRPr lang="en-US" sz="1600" dirty="0"/>
        </a:p>
      </dgm:t>
    </dgm:pt>
    <dgm:pt modelId="{1050221F-F0EB-CA49-BEF0-2EB46A023E8B}" type="parTrans" cxnId="{BFA01609-DD64-A848-97D7-0A183045E38E}">
      <dgm:prSet/>
      <dgm:spPr/>
      <dgm:t>
        <a:bodyPr/>
        <a:lstStyle/>
        <a:p>
          <a:endParaRPr lang="en-US"/>
        </a:p>
      </dgm:t>
    </dgm:pt>
    <dgm:pt modelId="{AEB8F59F-881E-874F-A53A-94665A6BE56B}" type="sibTrans" cxnId="{BFA01609-DD64-A848-97D7-0A183045E38E}">
      <dgm:prSet/>
      <dgm:spPr/>
      <dgm:t>
        <a:bodyPr/>
        <a:lstStyle/>
        <a:p>
          <a:endParaRPr lang="en-US"/>
        </a:p>
      </dgm:t>
    </dgm:pt>
    <dgm:pt modelId="{3F3A2587-6E45-6E43-8A06-47C52229D649}">
      <dgm:prSet phldrT="[Text]" custT="1"/>
      <dgm:spPr/>
      <dgm:t>
        <a:bodyPr/>
        <a:lstStyle/>
        <a:p>
          <a:pPr algn="r"/>
          <a:endParaRPr lang="en-US" sz="1200" dirty="0"/>
        </a:p>
      </dgm:t>
    </dgm:pt>
    <dgm:pt modelId="{35CFA54D-0F43-5F4D-A290-106A34095F7A}" type="parTrans" cxnId="{8E529236-DE38-9B44-9F9F-0CF4842B53CC}">
      <dgm:prSet/>
      <dgm:spPr/>
      <dgm:t>
        <a:bodyPr/>
        <a:lstStyle/>
        <a:p>
          <a:endParaRPr lang="en-US"/>
        </a:p>
      </dgm:t>
    </dgm:pt>
    <dgm:pt modelId="{3B542095-7F82-CE49-B286-C3E395A42340}" type="sibTrans" cxnId="{8E529236-DE38-9B44-9F9F-0CF4842B53CC}">
      <dgm:prSet/>
      <dgm:spPr/>
      <dgm:t>
        <a:bodyPr/>
        <a:lstStyle/>
        <a:p>
          <a:endParaRPr lang="en-US"/>
        </a:p>
      </dgm:t>
    </dgm:pt>
    <dgm:pt modelId="{C7778001-EC89-DB46-8F31-890A12B38C5B}">
      <dgm:prSet phldrT="[Text]" phldr="1" custT="1"/>
      <dgm:spPr>
        <a:solidFill>
          <a:srgbClr val="1F74DB"/>
        </a:solidFill>
      </dgm:spPr>
      <dgm:t>
        <a:bodyPr/>
        <a:lstStyle/>
        <a:p>
          <a:endParaRPr lang="en-US" sz="1600" dirty="0"/>
        </a:p>
      </dgm:t>
    </dgm:pt>
    <dgm:pt modelId="{BAD3154F-3ADC-834B-83A0-D343F36CF0BB}" type="parTrans" cxnId="{247B13D4-6326-6F45-9644-4723A61E66AD}">
      <dgm:prSet/>
      <dgm:spPr/>
      <dgm:t>
        <a:bodyPr/>
        <a:lstStyle/>
        <a:p>
          <a:endParaRPr lang="en-US"/>
        </a:p>
      </dgm:t>
    </dgm:pt>
    <dgm:pt modelId="{51B54AD9-DA20-204B-BEC5-090FEDFE0020}" type="sibTrans" cxnId="{247B13D4-6326-6F45-9644-4723A61E66AD}">
      <dgm:prSet/>
      <dgm:spPr/>
      <dgm:t>
        <a:bodyPr/>
        <a:lstStyle/>
        <a:p>
          <a:endParaRPr lang="en-US"/>
        </a:p>
      </dgm:t>
    </dgm:pt>
    <dgm:pt modelId="{FFF9562A-503A-6D49-96BB-E27C7608F70D}">
      <dgm:prSet phldrT="[Text]" phldr="1" custT="1"/>
      <dgm:spPr/>
      <dgm:t>
        <a:bodyPr/>
        <a:lstStyle/>
        <a:p>
          <a:pPr algn="r"/>
          <a:endParaRPr lang="en-US" sz="1200" dirty="0"/>
        </a:p>
      </dgm:t>
    </dgm:pt>
    <dgm:pt modelId="{72CBC071-83B6-A24D-8DE7-879CF0AB65F7}" type="parTrans" cxnId="{D9F8B165-B2D7-634D-8502-CE3531703163}">
      <dgm:prSet/>
      <dgm:spPr/>
      <dgm:t>
        <a:bodyPr/>
        <a:lstStyle/>
        <a:p>
          <a:endParaRPr lang="en-US"/>
        </a:p>
      </dgm:t>
    </dgm:pt>
    <dgm:pt modelId="{D0721BD4-A3B4-D342-BBA0-E2B4E8CA91D8}" type="sibTrans" cxnId="{D9F8B165-B2D7-634D-8502-CE3531703163}">
      <dgm:prSet/>
      <dgm:spPr/>
      <dgm:t>
        <a:bodyPr/>
        <a:lstStyle/>
        <a:p>
          <a:endParaRPr lang="en-US"/>
        </a:p>
      </dgm:t>
    </dgm:pt>
    <dgm:pt modelId="{5C6674B4-1326-F141-8AE3-4CDE483EEF66}">
      <dgm:prSet phldrT="[Text]" phldr="1" custT="1"/>
      <dgm:spPr>
        <a:solidFill>
          <a:srgbClr val="8CC8E9"/>
        </a:solidFill>
      </dgm:spPr>
      <dgm:t>
        <a:bodyPr/>
        <a:lstStyle/>
        <a:p>
          <a:endParaRPr lang="en-US" sz="1600" dirty="0">
            <a:solidFill>
              <a:srgbClr val="141B4D"/>
            </a:solidFill>
          </a:endParaRPr>
        </a:p>
      </dgm:t>
    </dgm:pt>
    <dgm:pt modelId="{CF62FD5D-D5A9-804D-B55E-AB785C5B9A73}" type="parTrans" cxnId="{BC34206C-4E50-E145-ACEB-A27B29E72A1A}">
      <dgm:prSet/>
      <dgm:spPr/>
      <dgm:t>
        <a:bodyPr/>
        <a:lstStyle/>
        <a:p>
          <a:endParaRPr lang="en-US"/>
        </a:p>
      </dgm:t>
    </dgm:pt>
    <dgm:pt modelId="{4FD60ED8-3C57-2C45-A7EA-C14B525B332E}" type="sibTrans" cxnId="{BC34206C-4E50-E145-ACEB-A27B29E72A1A}">
      <dgm:prSet/>
      <dgm:spPr/>
      <dgm:t>
        <a:bodyPr/>
        <a:lstStyle/>
        <a:p>
          <a:endParaRPr lang="en-US"/>
        </a:p>
      </dgm:t>
    </dgm:pt>
    <dgm:pt modelId="{A28B3662-94C2-A64B-A001-D5A54427BCAE}">
      <dgm:prSet phldrT="[Text]" phldr="1" custT="1"/>
      <dgm:spPr/>
      <dgm:t>
        <a:bodyPr/>
        <a:lstStyle/>
        <a:p>
          <a:pPr algn="l"/>
          <a:endParaRPr lang="en-US" sz="1200" dirty="0"/>
        </a:p>
      </dgm:t>
    </dgm:pt>
    <dgm:pt modelId="{FCD575D4-E3D7-D84C-AF95-FC78EA75E316}" type="parTrans" cxnId="{60603258-8DB2-314F-BF90-08BC098F92B9}">
      <dgm:prSet/>
      <dgm:spPr/>
      <dgm:t>
        <a:bodyPr/>
        <a:lstStyle/>
        <a:p>
          <a:endParaRPr lang="en-US"/>
        </a:p>
      </dgm:t>
    </dgm:pt>
    <dgm:pt modelId="{BE6AF6B9-2C86-514A-8198-A5A27FDA7D9C}" type="sibTrans" cxnId="{60603258-8DB2-314F-BF90-08BC098F92B9}">
      <dgm:prSet/>
      <dgm:spPr/>
      <dgm:t>
        <a:bodyPr/>
        <a:lstStyle/>
        <a:p>
          <a:endParaRPr lang="en-US"/>
        </a:p>
      </dgm:t>
    </dgm:pt>
    <dgm:pt modelId="{76ED0220-EB89-3E4C-8377-2F87B3B359EB}">
      <dgm:prSet phldrT="[Text]" phldr="1" custT="1"/>
      <dgm:spPr/>
      <dgm:t>
        <a:bodyPr/>
        <a:lstStyle/>
        <a:p>
          <a:endParaRPr lang="en-US" sz="1200" dirty="0"/>
        </a:p>
      </dgm:t>
    </dgm:pt>
    <dgm:pt modelId="{2E63A4CF-E70A-A44F-AEB4-90422CAFF528}" type="parTrans" cxnId="{475BAF8B-D56E-8C4D-94AE-93ABFD5A0A30}">
      <dgm:prSet/>
      <dgm:spPr/>
      <dgm:t>
        <a:bodyPr/>
        <a:lstStyle/>
        <a:p>
          <a:endParaRPr lang="en-US"/>
        </a:p>
      </dgm:t>
    </dgm:pt>
    <dgm:pt modelId="{D406700C-A169-FA45-A9F7-C188D8873585}" type="sibTrans" cxnId="{475BAF8B-D56E-8C4D-94AE-93ABFD5A0A30}">
      <dgm:prSet/>
      <dgm:spPr/>
      <dgm:t>
        <a:bodyPr/>
        <a:lstStyle/>
        <a:p>
          <a:endParaRPr lang="en-US"/>
        </a:p>
      </dgm:t>
    </dgm:pt>
    <dgm:pt modelId="{9D864F82-9400-D34A-AB6E-9E0DDC831E4D}">
      <dgm:prSet phldrT="[Text]" phldr="1" custT="1"/>
      <dgm:spPr/>
      <dgm:t>
        <a:bodyPr/>
        <a:lstStyle/>
        <a:p>
          <a:pPr algn="r"/>
          <a:endParaRPr lang="en-US" sz="1200" dirty="0"/>
        </a:p>
      </dgm:t>
    </dgm:pt>
    <dgm:pt modelId="{A791F8F9-0016-2147-AC92-43D3F29D5065}" type="parTrans" cxnId="{C65DF890-DD35-494D-8D30-DE00EC570D34}">
      <dgm:prSet/>
      <dgm:spPr/>
      <dgm:t>
        <a:bodyPr/>
        <a:lstStyle/>
        <a:p>
          <a:endParaRPr lang="en-US"/>
        </a:p>
      </dgm:t>
    </dgm:pt>
    <dgm:pt modelId="{EB0A4D2D-3532-0549-BE18-D4399A9E58AC}" type="sibTrans" cxnId="{C65DF890-DD35-494D-8D30-DE00EC570D34}">
      <dgm:prSet/>
      <dgm:spPr/>
      <dgm:t>
        <a:bodyPr/>
        <a:lstStyle/>
        <a:p>
          <a:endParaRPr lang="en-US"/>
        </a:p>
      </dgm:t>
    </dgm:pt>
    <dgm:pt modelId="{7943F054-2E95-164A-B092-81912C88E9C3}" type="pres">
      <dgm:prSet presAssocID="{84EFE8D7-74F0-8847-BF21-D8CCACF8FBB6}" presName="cycleMatrixDiagram" presStyleCnt="0">
        <dgm:presLayoutVars>
          <dgm:chMax val="1"/>
          <dgm:dir/>
          <dgm:animLvl val="lvl"/>
          <dgm:resizeHandles val="exact"/>
        </dgm:presLayoutVars>
      </dgm:prSet>
      <dgm:spPr/>
    </dgm:pt>
    <dgm:pt modelId="{CCC11322-9060-F34B-971E-B36CE2879972}" type="pres">
      <dgm:prSet presAssocID="{84EFE8D7-74F0-8847-BF21-D8CCACF8FBB6}" presName="children" presStyleCnt="0"/>
      <dgm:spPr/>
    </dgm:pt>
    <dgm:pt modelId="{6B2A34CC-21B8-C048-B6A2-E4C89A70E17F}" type="pres">
      <dgm:prSet presAssocID="{84EFE8D7-74F0-8847-BF21-D8CCACF8FBB6}" presName="child1group" presStyleCnt="0"/>
      <dgm:spPr/>
    </dgm:pt>
    <dgm:pt modelId="{D44DAC22-8F80-644A-870D-BAF13C37F202}" type="pres">
      <dgm:prSet presAssocID="{84EFE8D7-74F0-8847-BF21-D8CCACF8FBB6}" presName="child1" presStyleLbl="bgAcc1" presStyleIdx="0" presStyleCnt="4"/>
      <dgm:spPr/>
    </dgm:pt>
    <dgm:pt modelId="{97552036-9315-1A4C-814C-1D055780DAF4}" type="pres">
      <dgm:prSet presAssocID="{84EFE8D7-74F0-8847-BF21-D8CCACF8FBB6}" presName="child1Text" presStyleLbl="bgAcc1" presStyleIdx="0" presStyleCnt="4">
        <dgm:presLayoutVars>
          <dgm:bulletEnabled val="1"/>
        </dgm:presLayoutVars>
      </dgm:prSet>
      <dgm:spPr/>
    </dgm:pt>
    <dgm:pt modelId="{53FDBAFC-A3A6-8C4E-BC38-C1AC3B66D055}" type="pres">
      <dgm:prSet presAssocID="{84EFE8D7-74F0-8847-BF21-D8CCACF8FBB6}" presName="child2group" presStyleCnt="0"/>
      <dgm:spPr/>
    </dgm:pt>
    <dgm:pt modelId="{08BBA2C4-2757-224B-A9D2-45A880499611}" type="pres">
      <dgm:prSet presAssocID="{84EFE8D7-74F0-8847-BF21-D8CCACF8FBB6}" presName="child2" presStyleLbl="bgAcc1" presStyleIdx="1" presStyleCnt="4"/>
      <dgm:spPr/>
    </dgm:pt>
    <dgm:pt modelId="{1C6E4B04-8CD4-9F40-87D8-36427136C841}" type="pres">
      <dgm:prSet presAssocID="{84EFE8D7-74F0-8847-BF21-D8CCACF8FBB6}" presName="child2Text" presStyleLbl="bgAcc1" presStyleIdx="1" presStyleCnt="4">
        <dgm:presLayoutVars>
          <dgm:bulletEnabled val="1"/>
        </dgm:presLayoutVars>
      </dgm:prSet>
      <dgm:spPr/>
    </dgm:pt>
    <dgm:pt modelId="{23CB1219-2A59-E441-9295-958442F41C0A}" type="pres">
      <dgm:prSet presAssocID="{84EFE8D7-74F0-8847-BF21-D8CCACF8FBB6}" presName="child3group" presStyleCnt="0"/>
      <dgm:spPr/>
    </dgm:pt>
    <dgm:pt modelId="{06090FA9-5C3A-014A-BF83-CADCA2E637AE}" type="pres">
      <dgm:prSet presAssocID="{84EFE8D7-74F0-8847-BF21-D8CCACF8FBB6}" presName="child3" presStyleLbl="bgAcc1" presStyleIdx="2" presStyleCnt="4"/>
      <dgm:spPr/>
    </dgm:pt>
    <dgm:pt modelId="{1892F364-D4A5-E842-BFBC-42D92ED35073}" type="pres">
      <dgm:prSet presAssocID="{84EFE8D7-74F0-8847-BF21-D8CCACF8FBB6}" presName="child3Text" presStyleLbl="bgAcc1" presStyleIdx="2" presStyleCnt="4">
        <dgm:presLayoutVars>
          <dgm:bulletEnabled val="1"/>
        </dgm:presLayoutVars>
      </dgm:prSet>
      <dgm:spPr/>
    </dgm:pt>
    <dgm:pt modelId="{B92C2684-2487-974E-A98A-D5B80B18F4D1}" type="pres">
      <dgm:prSet presAssocID="{84EFE8D7-74F0-8847-BF21-D8CCACF8FBB6}" presName="child4group" presStyleCnt="0"/>
      <dgm:spPr/>
    </dgm:pt>
    <dgm:pt modelId="{17E9760D-C5FE-BA48-B0F0-E8A34C2EED1D}" type="pres">
      <dgm:prSet presAssocID="{84EFE8D7-74F0-8847-BF21-D8CCACF8FBB6}" presName="child4" presStyleLbl="bgAcc1" presStyleIdx="3" presStyleCnt="4"/>
      <dgm:spPr/>
    </dgm:pt>
    <dgm:pt modelId="{D141B2C6-3DC1-2F4C-A9C5-F2D58E1AF490}" type="pres">
      <dgm:prSet presAssocID="{84EFE8D7-74F0-8847-BF21-D8CCACF8FBB6}" presName="child4Text" presStyleLbl="bgAcc1" presStyleIdx="3" presStyleCnt="4">
        <dgm:presLayoutVars>
          <dgm:bulletEnabled val="1"/>
        </dgm:presLayoutVars>
      </dgm:prSet>
      <dgm:spPr/>
    </dgm:pt>
    <dgm:pt modelId="{6BD436D5-D666-474C-9D71-FACCFF3DD178}" type="pres">
      <dgm:prSet presAssocID="{84EFE8D7-74F0-8847-BF21-D8CCACF8FBB6}" presName="childPlaceholder" presStyleCnt="0"/>
      <dgm:spPr/>
    </dgm:pt>
    <dgm:pt modelId="{22B7FA93-4136-E144-94FF-C4D4BB9615FD}" type="pres">
      <dgm:prSet presAssocID="{84EFE8D7-74F0-8847-BF21-D8CCACF8FBB6}" presName="circle" presStyleCnt="0"/>
      <dgm:spPr/>
    </dgm:pt>
    <dgm:pt modelId="{FDBB1783-A52D-834A-A3A9-69EA2B71C940}" type="pres">
      <dgm:prSet presAssocID="{84EFE8D7-74F0-8847-BF21-D8CCACF8FBB6}" presName="quadrant1" presStyleLbl="node1" presStyleIdx="0" presStyleCnt="4">
        <dgm:presLayoutVars>
          <dgm:chMax val="1"/>
          <dgm:bulletEnabled val="1"/>
        </dgm:presLayoutVars>
      </dgm:prSet>
      <dgm:spPr/>
    </dgm:pt>
    <dgm:pt modelId="{B5AD7A81-5B20-2A4F-A871-EB9DAF2CAAE7}" type="pres">
      <dgm:prSet presAssocID="{84EFE8D7-74F0-8847-BF21-D8CCACF8FBB6}" presName="quadrant2" presStyleLbl="node1" presStyleIdx="1" presStyleCnt="4">
        <dgm:presLayoutVars>
          <dgm:chMax val="1"/>
          <dgm:bulletEnabled val="1"/>
        </dgm:presLayoutVars>
      </dgm:prSet>
      <dgm:spPr/>
    </dgm:pt>
    <dgm:pt modelId="{24421DA3-73A8-E448-BB35-6902008C68D7}" type="pres">
      <dgm:prSet presAssocID="{84EFE8D7-74F0-8847-BF21-D8CCACF8FBB6}" presName="quadrant3" presStyleLbl="node1" presStyleIdx="2" presStyleCnt="4">
        <dgm:presLayoutVars>
          <dgm:chMax val="1"/>
          <dgm:bulletEnabled val="1"/>
        </dgm:presLayoutVars>
      </dgm:prSet>
      <dgm:spPr/>
    </dgm:pt>
    <dgm:pt modelId="{880B2A95-DA8D-FD4B-BC5C-D2036D3B6050}" type="pres">
      <dgm:prSet presAssocID="{84EFE8D7-74F0-8847-BF21-D8CCACF8FBB6}" presName="quadrant4" presStyleLbl="node1" presStyleIdx="3" presStyleCnt="4">
        <dgm:presLayoutVars>
          <dgm:chMax val="1"/>
          <dgm:bulletEnabled val="1"/>
        </dgm:presLayoutVars>
      </dgm:prSet>
      <dgm:spPr/>
    </dgm:pt>
    <dgm:pt modelId="{2EF89027-F0D8-FB4C-8126-6F9BD228CABD}" type="pres">
      <dgm:prSet presAssocID="{84EFE8D7-74F0-8847-BF21-D8CCACF8FBB6}" presName="quadrantPlaceholder" presStyleCnt="0"/>
      <dgm:spPr/>
    </dgm:pt>
    <dgm:pt modelId="{588014ED-D048-D841-BF49-6DE420EB9642}" type="pres">
      <dgm:prSet presAssocID="{84EFE8D7-74F0-8847-BF21-D8CCACF8FBB6}" presName="center1" presStyleLbl="fgShp" presStyleIdx="0" presStyleCnt="2"/>
      <dgm:spPr>
        <a:noFill/>
        <a:ln>
          <a:noFill/>
        </a:ln>
      </dgm:spPr>
    </dgm:pt>
    <dgm:pt modelId="{C991E32D-B70C-EB46-9203-7623873FA265}" type="pres">
      <dgm:prSet presAssocID="{84EFE8D7-74F0-8847-BF21-D8CCACF8FBB6}" presName="center2" presStyleLbl="fgShp" presStyleIdx="1" presStyleCnt="2"/>
      <dgm:spPr>
        <a:noFill/>
        <a:ln>
          <a:noFill/>
        </a:ln>
      </dgm:spPr>
    </dgm:pt>
  </dgm:ptLst>
  <dgm:cxnLst>
    <dgm:cxn modelId="{BFA01609-DD64-A848-97D7-0A183045E38E}" srcId="{84EFE8D7-74F0-8847-BF21-D8CCACF8FBB6}" destId="{B3304750-4017-AC40-9831-DBC6573B2D9C}" srcOrd="1" destOrd="0" parTransId="{1050221F-F0EB-CA49-BEF0-2EB46A023E8B}" sibTransId="{AEB8F59F-881E-874F-A53A-94665A6BE56B}"/>
    <dgm:cxn modelId="{4C32B509-E5C8-D246-A41C-3AEA3662616C}" type="presOf" srcId="{3F3A2587-6E45-6E43-8A06-47C52229D649}" destId="{08BBA2C4-2757-224B-A9D2-45A880499611}" srcOrd="0" destOrd="0" presId="urn:microsoft.com/office/officeart/2005/8/layout/cycle4"/>
    <dgm:cxn modelId="{DF54D90A-32B2-C448-9E0F-B0CBCC30099D}" type="presOf" srcId="{B3304750-4017-AC40-9831-DBC6573B2D9C}" destId="{B5AD7A81-5B20-2A4F-A871-EB9DAF2CAAE7}" srcOrd="0" destOrd="0" presId="urn:microsoft.com/office/officeart/2005/8/layout/cycle4"/>
    <dgm:cxn modelId="{61017B11-40F8-514D-B35A-7DEA7661B81A}" type="presOf" srcId="{6CFC7D79-2E59-7D47-93BE-9414D2BE9361}" destId="{FDBB1783-A52D-834A-A3A9-69EA2B71C940}" srcOrd="0" destOrd="0" presId="urn:microsoft.com/office/officeart/2005/8/layout/cycle4"/>
    <dgm:cxn modelId="{A82ADA14-D179-3B48-B24E-54C859D85341}" srcId="{84EFE8D7-74F0-8847-BF21-D8CCACF8FBB6}" destId="{6CFC7D79-2E59-7D47-93BE-9414D2BE9361}" srcOrd="0" destOrd="0" parTransId="{53D001FB-59DC-1249-9DC7-5893109EEB6E}" sibTransId="{E5FA1065-9DB9-094D-B84F-829AEDF7C88C}"/>
    <dgm:cxn modelId="{FDE90E17-A1A8-7643-9FF0-AF7D13C2ED48}" type="presOf" srcId="{66E98CDD-4738-C24E-8DD3-0BD811895B89}" destId="{97552036-9315-1A4C-814C-1D055780DAF4}" srcOrd="1" destOrd="0" presId="urn:microsoft.com/office/officeart/2005/8/layout/cycle4"/>
    <dgm:cxn modelId="{8E529236-DE38-9B44-9F9F-0CF4842B53CC}" srcId="{B3304750-4017-AC40-9831-DBC6573B2D9C}" destId="{3F3A2587-6E45-6E43-8A06-47C52229D649}" srcOrd="0" destOrd="0" parTransId="{35CFA54D-0F43-5F4D-A290-106A34095F7A}" sibTransId="{3B542095-7F82-CE49-B286-C3E395A42340}"/>
    <dgm:cxn modelId="{DB69795C-CDEF-A445-9580-F92E6A92BF77}" type="presOf" srcId="{A28B3662-94C2-A64B-A001-D5A54427BCAE}" destId="{D141B2C6-3DC1-2F4C-A9C5-F2D58E1AF490}" srcOrd="1" destOrd="0" presId="urn:microsoft.com/office/officeart/2005/8/layout/cycle4"/>
    <dgm:cxn modelId="{D9F8B165-B2D7-634D-8502-CE3531703163}" srcId="{C7778001-EC89-DB46-8F31-890A12B38C5B}" destId="{FFF9562A-503A-6D49-96BB-E27C7608F70D}" srcOrd="0" destOrd="0" parTransId="{72CBC071-83B6-A24D-8DE7-879CF0AB65F7}" sibTransId="{D0721BD4-A3B4-D342-BBA0-E2B4E8CA91D8}"/>
    <dgm:cxn modelId="{E83EA566-EFB1-834D-B95C-2844BFC4AA63}" type="presOf" srcId="{5C6674B4-1326-F141-8AE3-4CDE483EEF66}" destId="{880B2A95-DA8D-FD4B-BC5C-D2036D3B6050}" srcOrd="0" destOrd="0" presId="urn:microsoft.com/office/officeart/2005/8/layout/cycle4"/>
    <dgm:cxn modelId="{17CD0C68-4478-B543-893F-B6D212CD958C}" type="presOf" srcId="{C7778001-EC89-DB46-8F31-890A12B38C5B}" destId="{24421DA3-73A8-E448-BB35-6902008C68D7}" srcOrd="0" destOrd="0" presId="urn:microsoft.com/office/officeart/2005/8/layout/cycle4"/>
    <dgm:cxn modelId="{BC34206C-4E50-E145-ACEB-A27B29E72A1A}" srcId="{84EFE8D7-74F0-8847-BF21-D8CCACF8FBB6}" destId="{5C6674B4-1326-F141-8AE3-4CDE483EEF66}" srcOrd="3" destOrd="0" parTransId="{CF62FD5D-D5A9-804D-B55E-AB785C5B9A73}" sibTransId="{4FD60ED8-3C57-2C45-A7EA-C14B525B332E}"/>
    <dgm:cxn modelId="{36C68D6F-79AC-5549-8120-58D4DFAF9970}" type="presOf" srcId="{76ED0220-EB89-3E4C-8377-2F87B3B359EB}" destId="{97552036-9315-1A4C-814C-1D055780DAF4}" srcOrd="1" destOrd="1" presId="urn:microsoft.com/office/officeart/2005/8/layout/cycle4"/>
    <dgm:cxn modelId="{60603258-8DB2-314F-BF90-08BC098F92B9}" srcId="{5C6674B4-1326-F141-8AE3-4CDE483EEF66}" destId="{A28B3662-94C2-A64B-A001-D5A54427BCAE}" srcOrd="0" destOrd="0" parTransId="{FCD575D4-E3D7-D84C-AF95-FC78EA75E316}" sibTransId="{BE6AF6B9-2C86-514A-8198-A5A27FDA7D9C}"/>
    <dgm:cxn modelId="{8E36D97B-8C3D-3D42-B9F1-80AF6610A635}" type="presOf" srcId="{3F3A2587-6E45-6E43-8A06-47C52229D649}" destId="{1C6E4B04-8CD4-9F40-87D8-36427136C841}" srcOrd="1" destOrd="0" presId="urn:microsoft.com/office/officeart/2005/8/layout/cycle4"/>
    <dgm:cxn modelId="{A712DC7D-A3E6-074F-B7E0-91F508257107}" type="presOf" srcId="{FFF9562A-503A-6D49-96BB-E27C7608F70D}" destId="{06090FA9-5C3A-014A-BF83-CADCA2E637AE}" srcOrd="0" destOrd="0" presId="urn:microsoft.com/office/officeart/2005/8/layout/cycle4"/>
    <dgm:cxn modelId="{475BAF8B-D56E-8C4D-94AE-93ABFD5A0A30}" srcId="{6CFC7D79-2E59-7D47-93BE-9414D2BE9361}" destId="{76ED0220-EB89-3E4C-8377-2F87B3B359EB}" srcOrd="1" destOrd="0" parTransId="{2E63A4CF-E70A-A44F-AEB4-90422CAFF528}" sibTransId="{D406700C-A169-FA45-A9F7-C188D8873585}"/>
    <dgm:cxn modelId="{C65DF890-DD35-494D-8D30-DE00EC570D34}" srcId="{B3304750-4017-AC40-9831-DBC6573B2D9C}" destId="{9D864F82-9400-D34A-AB6E-9E0DDC831E4D}" srcOrd="1" destOrd="0" parTransId="{A791F8F9-0016-2147-AC92-43D3F29D5065}" sibTransId="{EB0A4D2D-3532-0549-BE18-D4399A9E58AC}"/>
    <dgm:cxn modelId="{B6106193-186E-F843-B81A-64DAE88E85B1}" type="presOf" srcId="{66E98CDD-4738-C24E-8DD3-0BD811895B89}" destId="{D44DAC22-8F80-644A-870D-BAF13C37F202}" srcOrd="0" destOrd="0" presId="urn:microsoft.com/office/officeart/2005/8/layout/cycle4"/>
    <dgm:cxn modelId="{BA8453B5-E613-F44E-A78F-461A1D5C5CE4}" type="presOf" srcId="{9D864F82-9400-D34A-AB6E-9E0DDC831E4D}" destId="{08BBA2C4-2757-224B-A9D2-45A880499611}" srcOrd="0" destOrd="1" presId="urn:microsoft.com/office/officeart/2005/8/layout/cycle4"/>
    <dgm:cxn modelId="{4E81CCC9-E270-4746-8541-E461CDD94AEE}" type="presOf" srcId="{76ED0220-EB89-3E4C-8377-2F87B3B359EB}" destId="{D44DAC22-8F80-644A-870D-BAF13C37F202}" srcOrd="0" destOrd="1" presId="urn:microsoft.com/office/officeart/2005/8/layout/cycle4"/>
    <dgm:cxn modelId="{740F15CC-7CD8-F444-ACC2-911ABCE7D144}" srcId="{6CFC7D79-2E59-7D47-93BE-9414D2BE9361}" destId="{66E98CDD-4738-C24E-8DD3-0BD811895B89}" srcOrd="0" destOrd="0" parTransId="{BC460A14-99FE-544C-A00D-F0AFA239A70B}" sibTransId="{2D813F75-4DFB-474B-B93B-9A1C8BE4F78B}"/>
    <dgm:cxn modelId="{9915B6D0-CC3F-6E42-838D-362AD128322B}" type="presOf" srcId="{84EFE8D7-74F0-8847-BF21-D8CCACF8FBB6}" destId="{7943F054-2E95-164A-B092-81912C88E9C3}" srcOrd="0" destOrd="0" presId="urn:microsoft.com/office/officeart/2005/8/layout/cycle4"/>
    <dgm:cxn modelId="{247B13D4-6326-6F45-9644-4723A61E66AD}" srcId="{84EFE8D7-74F0-8847-BF21-D8CCACF8FBB6}" destId="{C7778001-EC89-DB46-8F31-890A12B38C5B}" srcOrd="2" destOrd="0" parTransId="{BAD3154F-3ADC-834B-83A0-D343F36CF0BB}" sibTransId="{51B54AD9-DA20-204B-BEC5-090FEDFE0020}"/>
    <dgm:cxn modelId="{90A282E3-9A76-C149-AD6E-978235124FE8}" type="presOf" srcId="{A28B3662-94C2-A64B-A001-D5A54427BCAE}" destId="{17E9760D-C5FE-BA48-B0F0-E8A34C2EED1D}" srcOrd="0" destOrd="0" presId="urn:microsoft.com/office/officeart/2005/8/layout/cycle4"/>
    <dgm:cxn modelId="{3228D3F4-D37D-EE4E-87D2-1EAB9D3432E0}" type="presOf" srcId="{FFF9562A-503A-6D49-96BB-E27C7608F70D}" destId="{1892F364-D4A5-E842-BFBC-42D92ED35073}" srcOrd="1" destOrd="0" presId="urn:microsoft.com/office/officeart/2005/8/layout/cycle4"/>
    <dgm:cxn modelId="{F34EE1FA-8273-B84A-AEB6-C31EC568F1B1}" type="presOf" srcId="{9D864F82-9400-D34A-AB6E-9E0DDC831E4D}" destId="{1C6E4B04-8CD4-9F40-87D8-36427136C841}" srcOrd="1" destOrd="1" presId="urn:microsoft.com/office/officeart/2005/8/layout/cycle4"/>
    <dgm:cxn modelId="{69E4155B-F61F-F34F-B54C-9492345B6BD4}" type="presParOf" srcId="{7943F054-2E95-164A-B092-81912C88E9C3}" destId="{CCC11322-9060-F34B-971E-B36CE2879972}" srcOrd="0" destOrd="0" presId="urn:microsoft.com/office/officeart/2005/8/layout/cycle4"/>
    <dgm:cxn modelId="{E690CF69-4F74-3A4C-B9AD-B42175967617}" type="presParOf" srcId="{CCC11322-9060-F34B-971E-B36CE2879972}" destId="{6B2A34CC-21B8-C048-B6A2-E4C89A70E17F}" srcOrd="0" destOrd="0" presId="urn:microsoft.com/office/officeart/2005/8/layout/cycle4"/>
    <dgm:cxn modelId="{FC9A6190-1E85-7C45-A052-320BE518B47C}" type="presParOf" srcId="{6B2A34CC-21B8-C048-B6A2-E4C89A70E17F}" destId="{D44DAC22-8F80-644A-870D-BAF13C37F202}" srcOrd="0" destOrd="0" presId="urn:microsoft.com/office/officeart/2005/8/layout/cycle4"/>
    <dgm:cxn modelId="{E4D73CBB-46EA-0740-A149-101345CA3340}" type="presParOf" srcId="{6B2A34CC-21B8-C048-B6A2-E4C89A70E17F}" destId="{97552036-9315-1A4C-814C-1D055780DAF4}" srcOrd="1" destOrd="0" presId="urn:microsoft.com/office/officeart/2005/8/layout/cycle4"/>
    <dgm:cxn modelId="{3D890DE5-E3EC-1E47-85CE-98710889FAE7}" type="presParOf" srcId="{CCC11322-9060-F34B-971E-B36CE2879972}" destId="{53FDBAFC-A3A6-8C4E-BC38-C1AC3B66D055}" srcOrd="1" destOrd="0" presId="urn:microsoft.com/office/officeart/2005/8/layout/cycle4"/>
    <dgm:cxn modelId="{583AE81A-7CF7-BC40-BFE1-1527071AB413}" type="presParOf" srcId="{53FDBAFC-A3A6-8C4E-BC38-C1AC3B66D055}" destId="{08BBA2C4-2757-224B-A9D2-45A880499611}" srcOrd="0" destOrd="0" presId="urn:microsoft.com/office/officeart/2005/8/layout/cycle4"/>
    <dgm:cxn modelId="{D001DE01-61C4-9F4B-8A5A-0C8610415C25}" type="presParOf" srcId="{53FDBAFC-A3A6-8C4E-BC38-C1AC3B66D055}" destId="{1C6E4B04-8CD4-9F40-87D8-36427136C841}" srcOrd="1" destOrd="0" presId="urn:microsoft.com/office/officeart/2005/8/layout/cycle4"/>
    <dgm:cxn modelId="{4E0CDC41-2092-CE41-93BA-326356D73268}" type="presParOf" srcId="{CCC11322-9060-F34B-971E-B36CE2879972}" destId="{23CB1219-2A59-E441-9295-958442F41C0A}" srcOrd="2" destOrd="0" presId="urn:microsoft.com/office/officeart/2005/8/layout/cycle4"/>
    <dgm:cxn modelId="{D36051AF-FF95-CA4B-A28A-18FFEF75B5AE}" type="presParOf" srcId="{23CB1219-2A59-E441-9295-958442F41C0A}" destId="{06090FA9-5C3A-014A-BF83-CADCA2E637AE}" srcOrd="0" destOrd="0" presId="urn:microsoft.com/office/officeart/2005/8/layout/cycle4"/>
    <dgm:cxn modelId="{0D03426D-D11E-A941-BA58-CC51FEB816E6}" type="presParOf" srcId="{23CB1219-2A59-E441-9295-958442F41C0A}" destId="{1892F364-D4A5-E842-BFBC-42D92ED35073}" srcOrd="1" destOrd="0" presId="urn:microsoft.com/office/officeart/2005/8/layout/cycle4"/>
    <dgm:cxn modelId="{6773CF55-715B-0242-8FFF-8F8B1F22F7C7}" type="presParOf" srcId="{CCC11322-9060-F34B-971E-B36CE2879972}" destId="{B92C2684-2487-974E-A98A-D5B80B18F4D1}" srcOrd="3" destOrd="0" presId="urn:microsoft.com/office/officeart/2005/8/layout/cycle4"/>
    <dgm:cxn modelId="{EF9FAFE5-7009-5841-8E3B-4F41F1F07CF2}" type="presParOf" srcId="{B92C2684-2487-974E-A98A-D5B80B18F4D1}" destId="{17E9760D-C5FE-BA48-B0F0-E8A34C2EED1D}" srcOrd="0" destOrd="0" presId="urn:microsoft.com/office/officeart/2005/8/layout/cycle4"/>
    <dgm:cxn modelId="{12412E84-35C2-DD46-8D69-4B2CB4A902AB}" type="presParOf" srcId="{B92C2684-2487-974E-A98A-D5B80B18F4D1}" destId="{D141B2C6-3DC1-2F4C-A9C5-F2D58E1AF490}" srcOrd="1" destOrd="0" presId="urn:microsoft.com/office/officeart/2005/8/layout/cycle4"/>
    <dgm:cxn modelId="{E731F221-ADEC-684A-9953-C29CFB087AB4}" type="presParOf" srcId="{CCC11322-9060-F34B-971E-B36CE2879972}" destId="{6BD436D5-D666-474C-9D71-FACCFF3DD178}" srcOrd="4" destOrd="0" presId="urn:microsoft.com/office/officeart/2005/8/layout/cycle4"/>
    <dgm:cxn modelId="{B91396BA-81CA-7645-938B-B88FC81C77C2}" type="presParOf" srcId="{7943F054-2E95-164A-B092-81912C88E9C3}" destId="{22B7FA93-4136-E144-94FF-C4D4BB9615FD}" srcOrd="1" destOrd="0" presId="urn:microsoft.com/office/officeart/2005/8/layout/cycle4"/>
    <dgm:cxn modelId="{5DBCEAEE-B204-CF48-9F3F-026284029A07}" type="presParOf" srcId="{22B7FA93-4136-E144-94FF-C4D4BB9615FD}" destId="{FDBB1783-A52D-834A-A3A9-69EA2B71C940}" srcOrd="0" destOrd="0" presId="urn:microsoft.com/office/officeart/2005/8/layout/cycle4"/>
    <dgm:cxn modelId="{FF4B12C7-2C37-2A44-AEB4-FAC2DFC61C74}" type="presParOf" srcId="{22B7FA93-4136-E144-94FF-C4D4BB9615FD}" destId="{B5AD7A81-5B20-2A4F-A871-EB9DAF2CAAE7}" srcOrd="1" destOrd="0" presId="urn:microsoft.com/office/officeart/2005/8/layout/cycle4"/>
    <dgm:cxn modelId="{53FE7101-AA6E-C340-9C95-913C4306969C}" type="presParOf" srcId="{22B7FA93-4136-E144-94FF-C4D4BB9615FD}" destId="{24421DA3-73A8-E448-BB35-6902008C68D7}" srcOrd="2" destOrd="0" presId="urn:microsoft.com/office/officeart/2005/8/layout/cycle4"/>
    <dgm:cxn modelId="{9D872CA7-9023-0443-B37E-DFE396CD4B06}" type="presParOf" srcId="{22B7FA93-4136-E144-94FF-C4D4BB9615FD}" destId="{880B2A95-DA8D-FD4B-BC5C-D2036D3B6050}" srcOrd="3" destOrd="0" presId="urn:microsoft.com/office/officeart/2005/8/layout/cycle4"/>
    <dgm:cxn modelId="{CCB4A8D7-CC4F-DE43-80F1-5690A5EA7F71}" type="presParOf" srcId="{22B7FA93-4136-E144-94FF-C4D4BB9615FD}" destId="{2EF89027-F0D8-FB4C-8126-6F9BD228CABD}" srcOrd="4" destOrd="0" presId="urn:microsoft.com/office/officeart/2005/8/layout/cycle4"/>
    <dgm:cxn modelId="{61120735-5012-654F-AF62-D4E8FDDC5060}" type="presParOf" srcId="{7943F054-2E95-164A-B092-81912C88E9C3}" destId="{588014ED-D048-D841-BF49-6DE420EB9642}" srcOrd="2" destOrd="0" presId="urn:microsoft.com/office/officeart/2005/8/layout/cycle4"/>
    <dgm:cxn modelId="{61F84CFB-7B06-C84F-AB85-A51F36D67F6D}" type="presParOf" srcId="{7943F054-2E95-164A-B092-81912C88E9C3}" destId="{C991E32D-B70C-EB46-9203-7623873FA265}"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601526-CD72-394F-8F97-6D30FB525594}" type="doc">
      <dgm:prSet loTypeId="urn:microsoft.com/office/officeart/2005/8/layout/pyramid1" loCatId="" qsTypeId="urn:microsoft.com/office/officeart/2005/8/quickstyle/simple1" qsCatId="simple" csTypeId="urn:microsoft.com/office/officeart/2005/8/colors/accent1_2" csCatId="accent1" phldr="1"/>
      <dgm:spPr/>
    </dgm:pt>
    <dgm:pt modelId="{8E9743A4-92F6-6446-9092-B7DE23A932BB}">
      <dgm:prSet phldrT="[Text]" phldr="1" custT="1"/>
      <dgm:spPr>
        <a:solidFill>
          <a:srgbClr val="8CC8E9"/>
        </a:solidFill>
      </dgm:spPr>
      <dgm:t>
        <a:bodyPr/>
        <a:lstStyle/>
        <a:p>
          <a:endParaRPr lang="en-US" sz="1200" dirty="0">
            <a:solidFill>
              <a:srgbClr val="141B4D"/>
            </a:solidFill>
          </a:endParaRPr>
        </a:p>
      </dgm:t>
    </dgm:pt>
    <dgm:pt modelId="{2B362784-2438-B84C-AB75-89018CE47F0F}" type="parTrans" cxnId="{EC575C78-67AB-7143-ADEE-017400060CC8}">
      <dgm:prSet/>
      <dgm:spPr/>
      <dgm:t>
        <a:bodyPr/>
        <a:lstStyle/>
        <a:p>
          <a:endParaRPr lang="en-US"/>
        </a:p>
      </dgm:t>
    </dgm:pt>
    <dgm:pt modelId="{59E16E80-E711-D64B-8557-56350E921F89}" type="sibTrans" cxnId="{EC575C78-67AB-7143-ADEE-017400060CC8}">
      <dgm:prSet/>
      <dgm:spPr/>
      <dgm:t>
        <a:bodyPr/>
        <a:lstStyle/>
        <a:p>
          <a:endParaRPr lang="en-US"/>
        </a:p>
      </dgm:t>
    </dgm:pt>
    <dgm:pt modelId="{CF20EF2E-C555-2B49-A9AA-C15B8476B07D}">
      <dgm:prSet phldrT="[Text]" phldr="1" custT="1"/>
      <dgm:spPr>
        <a:solidFill>
          <a:srgbClr val="1F74DB"/>
        </a:solidFill>
      </dgm:spPr>
      <dgm:t>
        <a:bodyPr/>
        <a:lstStyle/>
        <a:p>
          <a:endParaRPr lang="en-US" sz="1200" dirty="0">
            <a:solidFill>
              <a:srgbClr val="FFFFFF"/>
            </a:solidFill>
          </a:endParaRPr>
        </a:p>
      </dgm:t>
    </dgm:pt>
    <dgm:pt modelId="{A9504729-DF90-F845-ACB3-BE88054D2E31}" type="parTrans" cxnId="{06B475C1-E7AF-E648-A63C-52019F936720}">
      <dgm:prSet/>
      <dgm:spPr/>
      <dgm:t>
        <a:bodyPr/>
        <a:lstStyle/>
        <a:p>
          <a:endParaRPr lang="en-US"/>
        </a:p>
      </dgm:t>
    </dgm:pt>
    <dgm:pt modelId="{823AC4D6-7EB1-FA4F-AA26-93B7D8E9C8B6}" type="sibTrans" cxnId="{06B475C1-E7AF-E648-A63C-52019F936720}">
      <dgm:prSet/>
      <dgm:spPr/>
      <dgm:t>
        <a:bodyPr/>
        <a:lstStyle/>
        <a:p>
          <a:endParaRPr lang="en-US"/>
        </a:p>
      </dgm:t>
    </dgm:pt>
    <dgm:pt modelId="{1800D73A-36D6-374C-AFAF-BF3860253460}">
      <dgm:prSet phldrT="[Text]" phldr="1" custT="1"/>
      <dgm:spPr>
        <a:solidFill>
          <a:srgbClr val="0047BB"/>
        </a:solidFill>
      </dgm:spPr>
      <dgm:t>
        <a:bodyPr/>
        <a:lstStyle/>
        <a:p>
          <a:endParaRPr lang="en-US" sz="1200" dirty="0">
            <a:solidFill>
              <a:srgbClr val="FFFFFF"/>
            </a:solidFill>
          </a:endParaRPr>
        </a:p>
      </dgm:t>
    </dgm:pt>
    <dgm:pt modelId="{6BB42CE4-B513-7F41-9B9A-6E88CC5A9EA7}" type="parTrans" cxnId="{68142267-F482-E948-B95B-8A407A9F4259}">
      <dgm:prSet/>
      <dgm:spPr/>
      <dgm:t>
        <a:bodyPr/>
        <a:lstStyle/>
        <a:p>
          <a:endParaRPr lang="en-US"/>
        </a:p>
      </dgm:t>
    </dgm:pt>
    <dgm:pt modelId="{54F01EBC-B9BF-7C43-8CCB-071E7811B460}" type="sibTrans" cxnId="{68142267-F482-E948-B95B-8A407A9F4259}">
      <dgm:prSet/>
      <dgm:spPr/>
      <dgm:t>
        <a:bodyPr/>
        <a:lstStyle/>
        <a:p>
          <a:endParaRPr lang="en-US"/>
        </a:p>
      </dgm:t>
    </dgm:pt>
    <dgm:pt modelId="{79457FAA-44D9-9F41-8B19-A9486CADE4A8}" type="pres">
      <dgm:prSet presAssocID="{CC601526-CD72-394F-8F97-6D30FB525594}" presName="Name0" presStyleCnt="0">
        <dgm:presLayoutVars>
          <dgm:dir/>
          <dgm:animLvl val="lvl"/>
          <dgm:resizeHandles val="exact"/>
        </dgm:presLayoutVars>
      </dgm:prSet>
      <dgm:spPr/>
    </dgm:pt>
    <dgm:pt modelId="{7001994B-CC0C-6F47-910D-A161E2CC83E2}" type="pres">
      <dgm:prSet presAssocID="{8E9743A4-92F6-6446-9092-B7DE23A932BB}" presName="Name8" presStyleCnt="0"/>
      <dgm:spPr/>
    </dgm:pt>
    <dgm:pt modelId="{9392F149-9F89-9246-8225-E0DBA8327532}" type="pres">
      <dgm:prSet presAssocID="{8E9743A4-92F6-6446-9092-B7DE23A932BB}" presName="level" presStyleLbl="node1" presStyleIdx="0" presStyleCnt="3">
        <dgm:presLayoutVars>
          <dgm:chMax val="1"/>
          <dgm:bulletEnabled val="1"/>
        </dgm:presLayoutVars>
      </dgm:prSet>
      <dgm:spPr/>
    </dgm:pt>
    <dgm:pt modelId="{23AB2332-79C5-4B40-8104-ED5B993EA054}" type="pres">
      <dgm:prSet presAssocID="{8E9743A4-92F6-6446-9092-B7DE23A932BB}" presName="levelTx" presStyleLbl="revTx" presStyleIdx="0" presStyleCnt="0">
        <dgm:presLayoutVars>
          <dgm:chMax val="1"/>
          <dgm:bulletEnabled val="1"/>
        </dgm:presLayoutVars>
      </dgm:prSet>
      <dgm:spPr/>
    </dgm:pt>
    <dgm:pt modelId="{6090FB28-09AB-8441-AF4F-10BFF7422365}" type="pres">
      <dgm:prSet presAssocID="{CF20EF2E-C555-2B49-A9AA-C15B8476B07D}" presName="Name8" presStyleCnt="0"/>
      <dgm:spPr/>
    </dgm:pt>
    <dgm:pt modelId="{C8D30CC3-8CC3-994C-ABF0-2219766D1131}" type="pres">
      <dgm:prSet presAssocID="{CF20EF2E-C555-2B49-A9AA-C15B8476B07D}" presName="level" presStyleLbl="node1" presStyleIdx="1" presStyleCnt="3">
        <dgm:presLayoutVars>
          <dgm:chMax val="1"/>
          <dgm:bulletEnabled val="1"/>
        </dgm:presLayoutVars>
      </dgm:prSet>
      <dgm:spPr/>
    </dgm:pt>
    <dgm:pt modelId="{3AA72A58-35CA-A746-AC38-B808286BAE77}" type="pres">
      <dgm:prSet presAssocID="{CF20EF2E-C555-2B49-A9AA-C15B8476B07D}" presName="levelTx" presStyleLbl="revTx" presStyleIdx="0" presStyleCnt="0">
        <dgm:presLayoutVars>
          <dgm:chMax val="1"/>
          <dgm:bulletEnabled val="1"/>
        </dgm:presLayoutVars>
      </dgm:prSet>
      <dgm:spPr/>
    </dgm:pt>
    <dgm:pt modelId="{F47D072E-DE5F-C847-81FB-4AAE6290DDE2}" type="pres">
      <dgm:prSet presAssocID="{1800D73A-36D6-374C-AFAF-BF3860253460}" presName="Name8" presStyleCnt="0"/>
      <dgm:spPr/>
    </dgm:pt>
    <dgm:pt modelId="{06ABDAD4-F4D8-9448-AB88-E1DE5DF29C1D}" type="pres">
      <dgm:prSet presAssocID="{1800D73A-36D6-374C-AFAF-BF3860253460}" presName="level" presStyleLbl="node1" presStyleIdx="2" presStyleCnt="3">
        <dgm:presLayoutVars>
          <dgm:chMax val="1"/>
          <dgm:bulletEnabled val="1"/>
        </dgm:presLayoutVars>
      </dgm:prSet>
      <dgm:spPr/>
    </dgm:pt>
    <dgm:pt modelId="{588C71B0-959D-7249-AFCE-258D3D0EBDC8}" type="pres">
      <dgm:prSet presAssocID="{1800D73A-36D6-374C-AFAF-BF3860253460}" presName="levelTx" presStyleLbl="revTx" presStyleIdx="0" presStyleCnt="0">
        <dgm:presLayoutVars>
          <dgm:chMax val="1"/>
          <dgm:bulletEnabled val="1"/>
        </dgm:presLayoutVars>
      </dgm:prSet>
      <dgm:spPr/>
    </dgm:pt>
  </dgm:ptLst>
  <dgm:cxnLst>
    <dgm:cxn modelId="{0415F002-329D-9641-A521-E8B908BB7CBD}" type="presOf" srcId="{1800D73A-36D6-374C-AFAF-BF3860253460}" destId="{06ABDAD4-F4D8-9448-AB88-E1DE5DF29C1D}" srcOrd="0" destOrd="0" presId="urn:microsoft.com/office/officeart/2005/8/layout/pyramid1"/>
    <dgm:cxn modelId="{6E02203B-E44F-6B4F-8276-E6FD7CAB1F04}" type="presOf" srcId="{1800D73A-36D6-374C-AFAF-BF3860253460}" destId="{588C71B0-959D-7249-AFCE-258D3D0EBDC8}" srcOrd="1" destOrd="0" presId="urn:microsoft.com/office/officeart/2005/8/layout/pyramid1"/>
    <dgm:cxn modelId="{68142267-F482-E948-B95B-8A407A9F4259}" srcId="{CC601526-CD72-394F-8F97-6D30FB525594}" destId="{1800D73A-36D6-374C-AFAF-BF3860253460}" srcOrd="2" destOrd="0" parTransId="{6BB42CE4-B513-7F41-9B9A-6E88CC5A9EA7}" sibTransId="{54F01EBC-B9BF-7C43-8CCB-071E7811B460}"/>
    <dgm:cxn modelId="{EC575C78-67AB-7143-ADEE-017400060CC8}" srcId="{CC601526-CD72-394F-8F97-6D30FB525594}" destId="{8E9743A4-92F6-6446-9092-B7DE23A932BB}" srcOrd="0" destOrd="0" parTransId="{2B362784-2438-B84C-AB75-89018CE47F0F}" sibTransId="{59E16E80-E711-D64B-8557-56350E921F89}"/>
    <dgm:cxn modelId="{362A7F84-E9B6-2C45-A15E-9138F8FA6EAA}" type="presOf" srcId="{CC601526-CD72-394F-8F97-6D30FB525594}" destId="{79457FAA-44D9-9F41-8B19-A9486CADE4A8}" srcOrd="0" destOrd="0" presId="urn:microsoft.com/office/officeart/2005/8/layout/pyramid1"/>
    <dgm:cxn modelId="{6F88D28B-D8AE-1B46-B0A5-DD052087012F}" type="presOf" srcId="{CF20EF2E-C555-2B49-A9AA-C15B8476B07D}" destId="{3AA72A58-35CA-A746-AC38-B808286BAE77}" srcOrd="1" destOrd="0" presId="urn:microsoft.com/office/officeart/2005/8/layout/pyramid1"/>
    <dgm:cxn modelId="{2A455BA2-A214-114E-BDA0-5749CFC73884}" type="presOf" srcId="{8E9743A4-92F6-6446-9092-B7DE23A932BB}" destId="{23AB2332-79C5-4B40-8104-ED5B993EA054}" srcOrd="1" destOrd="0" presId="urn:microsoft.com/office/officeart/2005/8/layout/pyramid1"/>
    <dgm:cxn modelId="{06B475C1-E7AF-E648-A63C-52019F936720}" srcId="{CC601526-CD72-394F-8F97-6D30FB525594}" destId="{CF20EF2E-C555-2B49-A9AA-C15B8476B07D}" srcOrd="1" destOrd="0" parTransId="{A9504729-DF90-F845-ACB3-BE88054D2E31}" sibTransId="{823AC4D6-7EB1-FA4F-AA26-93B7D8E9C8B6}"/>
    <dgm:cxn modelId="{8DEB36C4-98B6-8E4E-A854-286D52407FA1}" type="presOf" srcId="{CF20EF2E-C555-2B49-A9AA-C15B8476B07D}" destId="{C8D30CC3-8CC3-994C-ABF0-2219766D1131}" srcOrd="0" destOrd="0" presId="urn:microsoft.com/office/officeart/2005/8/layout/pyramid1"/>
    <dgm:cxn modelId="{53E64EFC-0F1B-8A4E-9C1E-C4B5E8F7A948}" type="presOf" srcId="{8E9743A4-92F6-6446-9092-B7DE23A932BB}" destId="{9392F149-9F89-9246-8225-E0DBA8327532}" srcOrd="0" destOrd="0" presId="urn:microsoft.com/office/officeart/2005/8/layout/pyramid1"/>
    <dgm:cxn modelId="{59465074-68F7-3C44-A030-BD144DABA749}" type="presParOf" srcId="{79457FAA-44D9-9F41-8B19-A9486CADE4A8}" destId="{7001994B-CC0C-6F47-910D-A161E2CC83E2}" srcOrd="0" destOrd="0" presId="urn:microsoft.com/office/officeart/2005/8/layout/pyramid1"/>
    <dgm:cxn modelId="{DDFE5A77-0AA2-A541-BABA-97A3D923E66C}" type="presParOf" srcId="{7001994B-CC0C-6F47-910D-A161E2CC83E2}" destId="{9392F149-9F89-9246-8225-E0DBA8327532}" srcOrd="0" destOrd="0" presId="urn:microsoft.com/office/officeart/2005/8/layout/pyramid1"/>
    <dgm:cxn modelId="{C34873B5-9E11-6040-ADE2-D4E64C35F7EC}" type="presParOf" srcId="{7001994B-CC0C-6F47-910D-A161E2CC83E2}" destId="{23AB2332-79C5-4B40-8104-ED5B993EA054}" srcOrd="1" destOrd="0" presId="urn:microsoft.com/office/officeart/2005/8/layout/pyramid1"/>
    <dgm:cxn modelId="{ACB684C0-B06A-B740-B01B-75A80BEA742F}" type="presParOf" srcId="{79457FAA-44D9-9F41-8B19-A9486CADE4A8}" destId="{6090FB28-09AB-8441-AF4F-10BFF7422365}" srcOrd="1" destOrd="0" presId="urn:microsoft.com/office/officeart/2005/8/layout/pyramid1"/>
    <dgm:cxn modelId="{0B0C74F6-5B6E-764D-9237-8FB093E57E68}" type="presParOf" srcId="{6090FB28-09AB-8441-AF4F-10BFF7422365}" destId="{C8D30CC3-8CC3-994C-ABF0-2219766D1131}" srcOrd="0" destOrd="0" presId="urn:microsoft.com/office/officeart/2005/8/layout/pyramid1"/>
    <dgm:cxn modelId="{0542E900-DE17-9345-A6C0-DF9C6D83032B}" type="presParOf" srcId="{6090FB28-09AB-8441-AF4F-10BFF7422365}" destId="{3AA72A58-35CA-A746-AC38-B808286BAE77}" srcOrd="1" destOrd="0" presId="urn:microsoft.com/office/officeart/2005/8/layout/pyramid1"/>
    <dgm:cxn modelId="{E90001C0-8FB5-3244-9E14-679571439B32}" type="presParOf" srcId="{79457FAA-44D9-9F41-8B19-A9486CADE4A8}" destId="{F47D072E-DE5F-C847-81FB-4AAE6290DDE2}" srcOrd="2" destOrd="0" presId="urn:microsoft.com/office/officeart/2005/8/layout/pyramid1"/>
    <dgm:cxn modelId="{0185C7EA-1127-DB47-84C1-F9278FAFE010}" type="presParOf" srcId="{F47D072E-DE5F-C847-81FB-4AAE6290DDE2}" destId="{06ABDAD4-F4D8-9448-AB88-E1DE5DF29C1D}" srcOrd="0" destOrd="0" presId="urn:microsoft.com/office/officeart/2005/8/layout/pyramid1"/>
    <dgm:cxn modelId="{8FB29EED-DD30-2741-B4F5-E8A4B9EFB6C2}" type="presParOf" srcId="{F47D072E-DE5F-C847-81FB-4AAE6290DDE2}" destId="{588C71B0-959D-7249-AFCE-258D3D0EBDC8}"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320498-884E-1B44-B16A-278DCCAB1A42}" type="doc">
      <dgm:prSet loTypeId="urn:microsoft.com/office/officeart/2008/layout/VerticalCurvedList" loCatId="" qsTypeId="urn:microsoft.com/office/officeart/2005/8/quickstyle/simple1" qsCatId="simple" csTypeId="urn:microsoft.com/office/officeart/2005/8/colors/accent1_2" csCatId="accent1" phldr="1"/>
      <dgm:spPr/>
      <dgm:t>
        <a:bodyPr/>
        <a:lstStyle/>
        <a:p>
          <a:endParaRPr lang="en-US"/>
        </a:p>
      </dgm:t>
    </dgm:pt>
    <dgm:pt modelId="{A493A51A-4EA2-A44D-9D6F-077BDE556DA4}">
      <dgm:prSet phldrT="[Text]" custT="1"/>
      <dgm:spPr>
        <a:noFill/>
        <a:ln>
          <a:solidFill>
            <a:srgbClr val="0047BB"/>
          </a:solidFill>
        </a:ln>
      </dgm:spPr>
      <dgm:t>
        <a:bodyPr/>
        <a:lstStyle/>
        <a:p>
          <a:r>
            <a:rPr lang="en-GB" sz="1200" dirty="0">
              <a:solidFill>
                <a:schemeClr val="tx1"/>
              </a:solidFill>
            </a:rPr>
            <a:t>Enter a brief description here, no more than four lines</a:t>
          </a:r>
          <a:endParaRPr lang="en-US" sz="1200" b="0" dirty="0">
            <a:solidFill>
              <a:schemeClr val="tx1"/>
            </a:solidFill>
          </a:endParaRPr>
        </a:p>
      </dgm:t>
    </dgm:pt>
    <dgm:pt modelId="{91387741-E86B-CE42-AD6E-B0613217B06C}" type="parTrans" cxnId="{0DE09D80-7BC1-8C45-833E-7C797DF3232C}">
      <dgm:prSet/>
      <dgm:spPr/>
      <dgm:t>
        <a:bodyPr/>
        <a:lstStyle/>
        <a:p>
          <a:endParaRPr lang="en-US">
            <a:solidFill>
              <a:schemeClr val="tx1"/>
            </a:solidFill>
          </a:endParaRPr>
        </a:p>
      </dgm:t>
    </dgm:pt>
    <dgm:pt modelId="{9D952706-F78F-D146-BEF0-273D33533BE3}" type="sibTrans" cxnId="{0DE09D80-7BC1-8C45-833E-7C797DF3232C}">
      <dgm:prSet/>
      <dgm:spPr>
        <a:solidFill>
          <a:srgbClr val="D0D3D4"/>
        </a:solidFill>
        <a:ln>
          <a:solidFill>
            <a:srgbClr val="D0D3D4"/>
          </a:solidFill>
        </a:ln>
      </dgm:spPr>
      <dgm:t>
        <a:bodyPr/>
        <a:lstStyle/>
        <a:p>
          <a:endParaRPr lang="en-US">
            <a:solidFill>
              <a:schemeClr val="tx1"/>
            </a:solidFill>
          </a:endParaRPr>
        </a:p>
      </dgm:t>
    </dgm:pt>
    <dgm:pt modelId="{805A5909-E6E3-6F40-B6AF-BB58FBC03F12}">
      <dgm:prSet phldrT="[Text]" custT="1"/>
      <dgm:spPr>
        <a:noFill/>
        <a:ln>
          <a:solidFill>
            <a:srgbClr val="1F74DB"/>
          </a:solidFill>
        </a:ln>
      </dgm:spPr>
      <dgm:t>
        <a:bodyPr/>
        <a:lstStyle/>
        <a:p>
          <a:r>
            <a:rPr lang="en-GB" sz="1200" dirty="0">
              <a:solidFill>
                <a:schemeClr val="tx1"/>
              </a:solidFill>
            </a:rPr>
            <a:t>Enter a brief description here, no more than four lines</a:t>
          </a:r>
          <a:endParaRPr lang="en-US" sz="1200" dirty="0">
            <a:solidFill>
              <a:schemeClr val="tx1"/>
            </a:solidFill>
          </a:endParaRPr>
        </a:p>
      </dgm:t>
    </dgm:pt>
    <dgm:pt modelId="{17F34344-ED30-F14F-AC82-257A42BDE0AD}" type="parTrans" cxnId="{E89DFDAF-E8FC-5B41-B435-B4DCF934851C}">
      <dgm:prSet/>
      <dgm:spPr/>
      <dgm:t>
        <a:bodyPr/>
        <a:lstStyle/>
        <a:p>
          <a:endParaRPr lang="en-US">
            <a:solidFill>
              <a:schemeClr val="tx1"/>
            </a:solidFill>
          </a:endParaRPr>
        </a:p>
      </dgm:t>
    </dgm:pt>
    <dgm:pt modelId="{B9B31AEC-D7F3-7A4E-AB35-4F6D26DAEB0C}" type="sibTrans" cxnId="{E89DFDAF-E8FC-5B41-B435-B4DCF934851C}">
      <dgm:prSet/>
      <dgm:spPr/>
      <dgm:t>
        <a:bodyPr/>
        <a:lstStyle/>
        <a:p>
          <a:endParaRPr lang="en-US">
            <a:solidFill>
              <a:schemeClr val="tx1"/>
            </a:solidFill>
          </a:endParaRPr>
        </a:p>
      </dgm:t>
    </dgm:pt>
    <dgm:pt modelId="{3EAFC755-4964-644F-BFBE-CC09D9C73648}">
      <dgm:prSet phldrT="[Text]" custT="1"/>
      <dgm:spPr>
        <a:noFill/>
        <a:ln>
          <a:solidFill>
            <a:srgbClr val="8CC8E9"/>
          </a:solidFill>
        </a:ln>
      </dgm:spPr>
      <dgm:t>
        <a:bodyPr/>
        <a:lstStyle/>
        <a:p>
          <a:r>
            <a:rPr lang="en-GB" sz="1200" dirty="0">
              <a:solidFill>
                <a:schemeClr val="tx1"/>
              </a:solidFill>
            </a:rPr>
            <a:t>Enter a brief description here, no more than four lines</a:t>
          </a:r>
          <a:endParaRPr lang="en-US" sz="1200" dirty="0">
            <a:solidFill>
              <a:schemeClr val="tx1"/>
            </a:solidFill>
          </a:endParaRPr>
        </a:p>
      </dgm:t>
    </dgm:pt>
    <dgm:pt modelId="{7D469C41-FAD1-794C-9E76-DDB6E98B2145}" type="parTrans" cxnId="{ED939DA4-1D59-C24A-A1BC-E38BCF2392DB}">
      <dgm:prSet/>
      <dgm:spPr/>
      <dgm:t>
        <a:bodyPr/>
        <a:lstStyle/>
        <a:p>
          <a:endParaRPr lang="en-US">
            <a:solidFill>
              <a:schemeClr val="tx1"/>
            </a:solidFill>
          </a:endParaRPr>
        </a:p>
      </dgm:t>
    </dgm:pt>
    <dgm:pt modelId="{EF5867C7-9B0F-CF4A-B562-1B906E75048A}" type="sibTrans" cxnId="{ED939DA4-1D59-C24A-A1BC-E38BCF2392DB}">
      <dgm:prSet/>
      <dgm:spPr/>
      <dgm:t>
        <a:bodyPr/>
        <a:lstStyle/>
        <a:p>
          <a:endParaRPr lang="en-US">
            <a:solidFill>
              <a:schemeClr val="tx1"/>
            </a:solidFill>
          </a:endParaRPr>
        </a:p>
      </dgm:t>
    </dgm:pt>
    <dgm:pt modelId="{A6ECA97C-308C-1949-8C6F-B3A63A936F7C}" type="pres">
      <dgm:prSet presAssocID="{CE320498-884E-1B44-B16A-278DCCAB1A42}" presName="Name0" presStyleCnt="0">
        <dgm:presLayoutVars>
          <dgm:chMax val="7"/>
          <dgm:chPref val="7"/>
          <dgm:dir/>
        </dgm:presLayoutVars>
      </dgm:prSet>
      <dgm:spPr/>
    </dgm:pt>
    <dgm:pt modelId="{95841224-A7A2-C743-BE6A-7FF29C97C9BD}" type="pres">
      <dgm:prSet presAssocID="{CE320498-884E-1B44-B16A-278DCCAB1A42}" presName="Name1" presStyleCnt="0"/>
      <dgm:spPr/>
    </dgm:pt>
    <dgm:pt modelId="{F5E328C8-6330-F642-89AF-0A66344A0E44}" type="pres">
      <dgm:prSet presAssocID="{CE320498-884E-1B44-B16A-278DCCAB1A42}" presName="cycle" presStyleCnt="0"/>
      <dgm:spPr/>
    </dgm:pt>
    <dgm:pt modelId="{2B018B4F-2961-1943-B8A9-73C8AF434FCE}" type="pres">
      <dgm:prSet presAssocID="{CE320498-884E-1B44-B16A-278DCCAB1A42}" presName="srcNode" presStyleLbl="node1" presStyleIdx="0" presStyleCnt="3"/>
      <dgm:spPr/>
    </dgm:pt>
    <dgm:pt modelId="{E49AA453-17B7-F54A-8C48-B8091E418140}" type="pres">
      <dgm:prSet presAssocID="{CE320498-884E-1B44-B16A-278DCCAB1A42}" presName="conn" presStyleLbl="parChTrans1D2" presStyleIdx="0" presStyleCnt="1"/>
      <dgm:spPr/>
    </dgm:pt>
    <dgm:pt modelId="{8BA95522-48EF-A745-9A21-61D8FBAD947E}" type="pres">
      <dgm:prSet presAssocID="{CE320498-884E-1B44-B16A-278DCCAB1A42}" presName="extraNode" presStyleLbl="node1" presStyleIdx="0" presStyleCnt="3"/>
      <dgm:spPr/>
    </dgm:pt>
    <dgm:pt modelId="{F2140ED5-3C77-8F47-993E-2848578BA01F}" type="pres">
      <dgm:prSet presAssocID="{CE320498-884E-1B44-B16A-278DCCAB1A42}" presName="dstNode" presStyleLbl="node1" presStyleIdx="0" presStyleCnt="3"/>
      <dgm:spPr/>
    </dgm:pt>
    <dgm:pt modelId="{130047DE-8B46-384A-8414-6C2DF74A481B}" type="pres">
      <dgm:prSet presAssocID="{A493A51A-4EA2-A44D-9D6F-077BDE556DA4}" presName="text_1" presStyleLbl="node1" presStyleIdx="0" presStyleCnt="3">
        <dgm:presLayoutVars>
          <dgm:bulletEnabled val="1"/>
        </dgm:presLayoutVars>
      </dgm:prSet>
      <dgm:spPr/>
    </dgm:pt>
    <dgm:pt modelId="{3A3C5D2C-F88B-9544-BABF-F0FF3DAC0B93}" type="pres">
      <dgm:prSet presAssocID="{A493A51A-4EA2-A44D-9D6F-077BDE556DA4}" presName="accent_1" presStyleCnt="0"/>
      <dgm:spPr/>
    </dgm:pt>
    <dgm:pt modelId="{22171655-46AC-0F44-8058-6D76DD6E4BD5}" type="pres">
      <dgm:prSet presAssocID="{A493A51A-4EA2-A44D-9D6F-077BDE556DA4}" presName="accentRepeatNode" presStyleLbl="solidFgAcc1" presStyleIdx="0" presStyleCnt="3"/>
      <dgm:spPr>
        <a:solidFill>
          <a:srgbClr val="0047BB"/>
        </a:solidFill>
        <a:ln>
          <a:noFill/>
        </a:ln>
      </dgm:spPr>
    </dgm:pt>
    <dgm:pt modelId="{9074A18E-502C-DB4D-BA62-03AE035E706E}" type="pres">
      <dgm:prSet presAssocID="{805A5909-E6E3-6F40-B6AF-BB58FBC03F12}" presName="text_2" presStyleLbl="node1" presStyleIdx="1" presStyleCnt="3">
        <dgm:presLayoutVars>
          <dgm:bulletEnabled val="1"/>
        </dgm:presLayoutVars>
      </dgm:prSet>
      <dgm:spPr/>
    </dgm:pt>
    <dgm:pt modelId="{FD284110-DFAA-864D-8BB0-5AC6755F1D75}" type="pres">
      <dgm:prSet presAssocID="{805A5909-E6E3-6F40-B6AF-BB58FBC03F12}" presName="accent_2" presStyleCnt="0"/>
      <dgm:spPr/>
    </dgm:pt>
    <dgm:pt modelId="{4BE8D82D-195B-C84E-9398-2A75F09B1F37}" type="pres">
      <dgm:prSet presAssocID="{805A5909-E6E3-6F40-B6AF-BB58FBC03F12}" presName="accentRepeatNode" presStyleLbl="solidFgAcc1" presStyleIdx="1" presStyleCnt="3"/>
      <dgm:spPr>
        <a:solidFill>
          <a:srgbClr val="1F74DB"/>
        </a:solidFill>
        <a:ln>
          <a:noFill/>
        </a:ln>
      </dgm:spPr>
    </dgm:pt>
    <dgm:pt modelId="{19953AEF-683E-D545-B739-EDEB20CCD9CF}" type="pres">
      <dgm:prSet presAssocID="{3EAFC755-4964-644F-BFBE-CC09D9C73648}" presName="text_3" presStyleLbl="node1" presStyleIdx="2" presStyleCnt="3">
        <dgm:presLayoutVars>
          <dgm:bulletEnabled val="1"/>
        </dgm:presLayoutVars>
      </dgm:prSet>
      <dgm:spPr/>
    </dgm:pt>
    <dgm:pt modelId="{178641B6-07A9-0543-B7A2-789F3DA2CE2A}" type="pres">
      <dgm:prSet presAssocID="{3EAFC755-4964-644F-BFBE-CC09D9C73648}" presName="accent_3" presStyleCnt="0"/>
      <dgm:spPr/>
    </dgm:pt>
    <dgm:pt modelId="{5F7FE918-C35A-724F-AF0B-17BA8000A579}" type="pres">
      <dgm:prSet presAssocID="{3EAFC755-4964-644F-BFBE-CC09D9C73648}" presName="accentRepeatNode" presStyleLbl="solidFgAcc1" presStyleIdx="2" presStyleCnt="3"/>
      <dgm:spPr>
        <a:solidFill>
          <a:srgbClr val="8CC8E9"/>
        </a:solidFill>
        <a:ln>
          <a:noFill/>
        </a:ln>
      </dgm:spPr>
    </dgm:pt>
  </dgm:ptLst>
  <dgm:cxnLst>
    <dgm:cxn modelId="{8D49CC42-3DFB-E449-B284-746337D62D90}" type="presOf" srcId="{9D952706-F78F-D146-BEF0-273D33533BE3}" destId="{E49AA453-17B7-F54A-8C48-B8091E418140}" srcOrd="0" destOrd="0" presId="urn:microsoft.com/office/officeart/2008/layout/VerticalCurvedList"/>
    <dgm:cxn modelId="{F8094669-9AB9-8442-AED2-08188430888B}" type="presOf" srcId="{CE320498-884E-1B44-B16A-278DCCAB1A42}" destId="{A6ECA97C-308C-1949-8C6F-B3A63A936F7C}" srcOrd="0" destOrd="0" presId="urn:microsoft.com/office/officeart/2008/layout/VerticalCurvedList"/>
    <dgm:cxn modelId="{D6A9606E-EFA4-734D-8C37-2B92736986E0}" type="presOf" srcId="{805A5909-E6E3-6F40-B6AF-BB58FBC03F12}" destId="{9074A18E-502C-DB4D-BA62-03AE035E706E}" srcOrd="0" destOrd="0" presId="urn:microsoft.com/office/officeart/2008/layout/VerticalCurvedList"/>
    <dgm:cxn modelId="{0DE09D80-7BC1-8C45-833E-7C797DF3232C}" srcId="{CE320498-884E-1B44-B16A-278DCCAB1A42}" destId="{A493A51A-4EA2-A44D-9D6F-077BDE556DA4}" srcOrd="0" destOrd="0" parTransId="{91387741-E86B-CE42-AD6E-B0613217B06C}" sibTransId="{9D952706-F78F-D146-BEF0-273D33533BE3}"/>
    <dgm:cxn modelId="{CA4CAD9F-C3C6-6649-A750-4DD7923C2AFC}" type="presOf" srcId="{A493A51A-4EA2-A44D-9D6F-077BDE556DA4}" destId="{130047DE-8B46-384A-8414-6C2DF74A481B}" srcOrd="0" destOrd="0" presId="urn:microsoft.com/office/officeart/2008/layout/VerticalCurvedList"/>
    <dgm:cxn modelId="{ED939DA4-1D59-C24A-A1BC-E38BCF2392DB}" srcId="{CE320498-884E-1B44-B16A-278DCCAB1A42}" destId="{3EAFC755-4964-644F-BFBE-CC09D9C73648}" srcOrd="2" destOrd="0" parTransId="{7D469C41-FAD1-794C-9E76-DDB6E98B2145}" sibTransId="{EF5867C7-9B0F-CF4A-B562-1B906E75048A}"/>
    <dgm:cxn modelId="{E89DFDAF-E8FC-5B41-B435-B4DCF934851C}" srcId="{CE320498-884E-1B44-B16A-278DCCAB1A42}" destId="{805A5909-E6E3-6F40-B6AF-BB58FBC03F12}" srcOrd="1" destOrd="0" parTransId="{17F34344-ED30-F14F-AC82-257A42BDE0AD}" sibTransId="{B9B31AEC-D7F3-7A4E-AB35-4F6D26DAEB0C}"/>
    <dgm:cxn modelId="{AF909AE7-3479-B641-82E6-42BCADC81FFB}" type="presOf" srcId="{3EAFC755-4964-644F-BFBE-CC09D9C73648}" destId="{19953AEF-683E-D545-B739-EDEB20CCD9CF}" srcOrd="0" destOrd="0" presId="urn:microsoft.com/office/officeart/2008/layout/VerticalCurvedList"/>
    <dgm:cxn modelId="{56352D83-20A6-2042-902A-F9A800A40925}" type="presParOf" srcId="{A6ECA97C-308C-1949-8C6F-B3A63A936F7C}" destId="{95841224-A7A2-C743-BE6A-7FF29C97C9BD}" srcOrd="0" destOrd="0" presId="urn:microsoft.com/office/officeart/2008/layout/VerticalCurvedList"/>
    <dgm:cxn modelId="{8F367C74-AD97-7747-BABE-6A9D6BB55A35}" type="presParOf" srcId="{95841224-A7A2-C743-BE6A-7FF29C97C9BD}" destId="{F5E328C8-6330-F642-89AF-0A66344A0E44}" srcOrd="0" destOrd="0" presId="urn:microsoft.com/office/officeart/2008/layout/VerticalCurvedList"/>
    <dgm:cxn modelId="{0A3C4648-363D-1941-BF57-78B5C20321F8}" type="presParOf" srcId="{F5E328C8-6330-F642-89AF-0A66344A0E44}" destId="{2B018B4F-2961-1943-B8A9-73C8AF434FCE}" srcOrd="0" destOrd="0" presId="urn:microsoft.com/office/officeart/2008/layout/VerticalCurvedList"/>
    <dgm:cxn modelId="{C201573D-F3B4-BE46-925D-5A69962E49D1}" type="presParOf" srcId="{F5E328C8-6330-F642-89AF-0A66344A0E44}" destId="{E49AA453-17B7-F54A-8C48-B8091E418140}" srcOrd="1" destOrd="0" presId="urn:microsoft.com/office/officeart/2008/layout/VerticalCurvedList"/>
    <dgm:cxn modelId="{CB296631-11B5-D848-B5CD-52C976C8DA19}" type="presParOf" srcId="{F5E328C8-6330-F642-89AF-0A66344A0E44}" destId="{8BA95522-48EF-A745-9A21-61D8FBAD947E}" srcOrd="2" destOrd="0" presId="urn:microsoft.com/office/officeart/2008/layout/VerticalCurvedList"/>
    <dgm:cxn modelId="{3209E102-1419-844D-8E48-231F8659EB16}" type="presParOf" srcId="{F5E328C8-6330-F642-89AF-0A66344A0E44}" destId="{F2140ED5-3C77-8F47-993E-2848578BA01F}" srcOrd="3" destOrd="0" presId="urn:microsoft.com/office/officeart/2008/layout/VerticalCurvedList"/>
    <dgm:cxn modelId="{06C6A827-FC53-DE44-81B3-4853DF943795}" type="presParOf" srcId="{95841224-A7A2-C743-BE6A-7FF29C97C9BD}" destId="{130047DE-8B46-384A-8414-6C2DF74A481B}" srcOrd="1" destOrd="0" presId="urn:microsoft.com/office/officeart/2008/layout/VerticalCurvedList"/>
    <dgm:cxn modelId="{29A2CA6F-BD93-064B-9C71-55B790CC8CB8}" type="presParOf" srcId="{95841224-A7A2-C743-BE6A-7FF29C97C9BD}" destId="{3A3C5D2C-F88B-9544-BABF-F0FF3DAC0B93}" srcOrd="2" destOrd="0" presId="urn:microsoft.com/office/officeart/2008/layout/VerticalCurvedList"/>
    <dgm:cxn modelId="{DCEB5DB7-A7EF-4143-9E42-3FA2E32CBF67}" type="presParOf" srcId="{3A3C5D2C-F88B-9544-BABF-F0FF3DAC0B93}" destId="{22171655-46AC-0F44-8058-6D76DD6E4BD5}" srcOrd="0" destOrd="0" presId="urn:microsoft.com/office/officeart/2008/layout/VerticalCurvedList"/>
    <dgm:cxn modelId="{AACC1029-30B0-D64D-A09C-3F9A61EEE280}" type="presParOf" srcId="{95841224-A7A2-C743-BE6A-7FF29C97C9BD}" destId="{9074A18E-502C-DB4D-BA62-03AE035E706E}" srcOrd="3" destOrd="0" presId="urn:microsoft.com/office/officeart/2008/layout/VerticalCurvedList"/>
    <dgm:cxn modelId="{D4C21307-65C5-7444-BD34-FEF23586CD83}" type="presParOf" srcId="{95841224-A7A2-C743-BE6A-7FF29C97C9BD}" destId="{FD284110-DFAA-864D-8BB0-5AC6755F1D75}" srcOrd="4" destOrd="0" presId="urn:microsoft.com/office/officeart/2008/layout/VerticalCurvedList"/>
    <dgm:cxn modelId="{00EAC192-7804-1040-A56C-689D2868C82E}" type="presParOf" srcId="{FD284110-DFAA-864D-8BB0-5AC6755F1D75}" destId="{4BE8D82D-195B-C84E-9398-2A75F09B1F37}" srcOrd="0" destOrd="0" presId="urn:microsoft.com/office/officeart/2008/layout/VerticalCurvedList"/>
    <dgm:cxn modelId="{5F23AFA7-87E8-EC49-8F43-48FCC85B7682}" type="presParOf" srcId="{95841224-A7A2-C743-BE6A-7FF29C97C9BD}" destId="{19953AEF-683E-D545-B739-EDEB20CCD9CF}" srcOrd="5" destOrd="0" presId="urn:microsoft.com/office/officeart/2008/layout/VerticalCurvedList"/>
    <dgm:cxn modelId="{C7C2B8CA-5156-144A-8058-6F190A6D4F28}" type="presParOf" srcId="{95841224-A7A2-C743-BE6A-7FF29C97C9BD}" destId="{178641B6-07A9-0543-B7A2-789F3DA2CE2A}" srcOrd="6" destOrd="0" presId="urn:microsoft.com/office/officeart/2008/layout/VerticalCurvedList"/>
    <dgm:cxn modelId="{1C362AB9-7C05-E94B-8D43-C4EF84629934}" type="presParOf" srcId="{178641B6-07A9-0543-B7A2-789F3DA2CE2A}" destId="{5F7FE918-C35A-724F-AF0B-17BA8000A57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4B043D1-4568-6C4D-98C8-C218AA9DAB12}"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CB3AF8B5-745F-EC49-8BF7-CE9E72E45B50}">
      <dgm:prSet phldrT="[Text]" custT="1"/>
      <dgm:spPr/>
      <dgm:t>
        <a:bodyPr/>
        <a:lstStyle/>
        <a:p>
          <a:r>
            <a:rPr lang="en-GB" sz="1400" b="1" dirty="0"/>
            <a:t>Title</a:t>
          </a:r>
          <a:endParaRPr lang="en-US" sz="1600" b="1" dirty="0"/>
        </a:p>
      </dgm:t>
    </dgm:pt>
    <dgm:pt modelId="{C346765B-EF60-594A-90D6-F6875DA0D8F8}" type="parTrans" cxnId="{F8BD739A-C7F0-8543-BB25-E09A6F2EB873}">
      <dgm:prSet/>
      <dgm:spPr/>
      <dgm:t>
        <a:bodyPr/>
        <a:lstStyle/>
        <a:p>
          <a:endParaRPr lang="en-US"/>
        </a:p>
      </dgm:t>
    </dgm:pt>
    <dgm:pt modelId="{7A71E557-D311-464F-B2AD-7708624908D3}" type="sibTrans" cxnId="{F8BD739A-C7F0-8543-BB25-E09A6F2EB873}">
      <dgm:prSet/>
      <dgm:spPr/>
      <dgm:t>
        <a:bodyPr/>
        <a:lstStyle/>
        <a:p>
          <a:endParaRPr lang="en-US"/>
        </a:p>
      </dgm:t>
    </dgm:pt>
    <dgm:pt modelId="{B4AC9D22-1096-DA41-A7F9-AF0A4103E977}" type="asst">
      <dgm:prSet phldrT="[Text]" custT="1"/>
      <dgm:spPr/>
      <dgm:t>
        <a:bodyPr/>
        <a:lstStyle/>
        <a:p>
          <a:r>
            <a:rPr lang="en-GB" sz="1200" dirty="0"/>
            <a:t>Text</a:t>
          </a:r>
          <a:endParaRPr lang="en-US" sz="1200" dirty="0"/>
        </a:p>
      </dgm:t>
    </dgm:pt>
    <dgm:pt modelId="{E8A39E61-A186-F34E-998E-1E0FC9B89B77}" type="parTrans" cxnId="{F0659A32-DBC2-2041-9C99-4E4CAF7D364D}">
      <dgm:prSet/>
      <dgm:spPr/>
      <dgm:t>
        <a:bodyPr/>
        <a:lstStyle/>
        <a:p>
          <a:endParaRPr lang="en-US"/>
        </a:p>
      </dgm:t>
    </dgm:pt>
    <dgm:pt modelId="{B1005D18-3977-9043-B439-96DA3472AAFD}" type="sibTrans" cxnId="{F0659A32-DBC2-2041-9C99-4E4CAF7D364D}">
      <dgm:prSet/>
      <dgm:spPr>
        <a:solidFill>
          <a:srgbClr val="D0D3D4"/>
        </a:solidFill>
      </dgm:spPr>
      <dgm:t>
        <a:bodyPr/>
        <a:lstStyle/>
        <a:p>
          <a:endParaRPr lang="en-US"/>
        </a:p>
      </dgm:t>
    </dgm:pt>
    <dgm:pt modelId="{8B5B79F6-33B2-AB4B-BB69-6735D8DBAA80}">
      <dgm:prSet phldrT="[Text]" custT="1"/>
      <dgm:spPr/>
      <dgm:t>
        <a:bodyPr/>
        <a:lstStyle/>
        <a:p>
          <a:r>
            <a:rPr lang="en-GB" sz="1200" dirty="0"/>
            <a:t>Text</a:t>
          </a:r>
          <a:endParaRPr lang="en-US" sz="1200" dirty="0"/>
        </a:p>
      </dgm:t>
    </dgm:pt>
    <dgm:pt modelId="{C544B0F1-55E6-0E4E-80FB-4F616DA4E029}" type="parTrans" cxnId="{61103C84-D6A2-F741-A61A-489B78D84FF0}">
      <dgm:prSet/>
      <dgm:spPr/>
      <dgm:t>
        <a:bodyPr/>
        <a:lstStyle/>
        <a:p>
          <a:endParaRPr lang="en-US"/>
        </a:p>
      </dgm:t>
    </dgm:pt>
    <dgm:pt modelId="{C73D018A-323A-3A48-A80D-453DA96D81ED}" type="sibTrans" cxnId="{61103C84-D6A2-F741-A61A-489B78D84FF0}">
      <dgm:prSet/>
      <dgm:spPr>
        <a:solidFill>
          <a:srgbClr val="D0D3D4"/>
        </a:solidFill>
        <a:ln>
          <a:solidFill>
            <a:schemeClr val="lt1">
              <a:hueOff val="0"/>
              <a:satOff val="0"/>
              <a:lumOff val="0"/>
            </a:schemeClr>
          </a:solidFill>
        </a:ln>
      </dgm:spPr>
      <dgm:t>
        <a:bodyPr tIns="0" rIns="0"/>
        <a:lstStyle/>
        <a:p>
          <a:endParaRPr lang="en-US"/>
        </a:p>
      </dgm:t>
    </dgm:pt>
    <dgm:pt modelId="{FD1CB34A-4520-7E4B-AFA8-D5ED27237D20}">
      <dgm:prSet phldrT="[Text]" custT="1"/>
      <dgm:spPr/>
      <dgm:t>
        <a:bodyPr/>
        <a:lstStyle/>
        <a:p>
          <a:r>
            <a:rPr lang="en-US" sz="1200" dirty="0"/>
            <a:t>Text</a:t>
          </a:r>
        </a:p>
      </dgm:t>
    </dgm:pt>
    <dgm:pt modelId="{65535DFD-976C-4F4A-BD94-B3827571A55C}" type="parTrans" cxnId="{29DCFB78-E509-A441-A9B5-62EC2816C06F}">
      <dgm:prSet/>
      <dgm:spPr/>
      <dgm:t>
        <a:bodyPr/>
        <a:lstStyle/>
        <a:p>
          <a:endParaRPr lang="en-US"/>
        </a:p>
      </dgm:t>
    </dgm:pt>
    <dgm:pt modelId="{D5607CC9-954F-F94A-B1A2-AC4F84AC4225}" type="sibTrans" cxnId="{29DCFB78-E509-A441-A9B5-62EC2816C06F}">
      <dgm:prSet/>
      <dgm:spPr>
        <a:solidFill>
          <a:srgbClr val="D0D3D4"/>
        </a:solidFill>
      </dgm:spPr>
      <dgm:t>
        <a:bodyPr/>
        <a:lstStyle/>
        <a:p>
          <a:endParaRPr lang="en-US"/>
        </a:p>
      </dgm:t>
    </dgm:pt>
    <dgm:pt modelId="{57A5898B-75BA-2740-B5BB-6A609DCFCAB0}">
      <dgm:prSet phldrT="[Text]" custT="1"/>
      <dgm:spPr/>
      <dgm:t>
        <a:bodyPr/>
        <a:lstStyle/>
        <a:p>
          <a:r>
            <a:rPr lang="en-GB" sz="1200" dirty="0"/>
            <a:t>Text</a:t>
          </a:r>
          <a:endParaRPr lang="en-US" sz="1200" dirty="0"/>
        </a:p>
      </dgm:t>
    </dgm:pt>
    <dgm:pt modelId="{21627F40-62E7-CF43-810A-954D2B1E0D91}" type="parTrans" cxnId="{49286B56-C7AD-8140-95AD-517660C35A83}">
      <dgm:prSet/>
      <dgm:spPr/>
      <dgm:t>
        <a:bodyPr/>
        <a:lstStyle/>
        <a:p>
          <a:endParaRPr lang="en-US"/>
        </a:p>
      </dgm:t>
    </dgm:pt>
    <dgm:pt modelId="{A4A57396-F642-3542-ACA4-2A8C4EBF4FF2}" type="sibTrans" cxnId="{49286B56-C7AD-8140-95AD-517660C35A83}">
      <dgm:prSet/>
      <dgm:spPr>
        <a:solidFill>
          <a:srgbClr val="D0D3D4"/>
        </a:solidFill>
      </dgm:spPr>
      <dgm:t>
        <a:bodyPr/>
        <a:lstStyle/>
        <a:p>
          <a:endParaRPr lang="en-US"/>
        </a:p>
      </dgm:t>
    </dgm:pt>
    <dgm:pt modelId="{A4D14DB5-6236-8E4F-B51D-47A7AAB90618}" type="pres">
      <dgm:prSet presAssocID="{64B043D1-4568-6C4D-98C8-C218AA9DAB12}" presName="Name0" presStyleCnt="0">
        <dgm:presLayoutVars>
          <dgm:chMax val="1"/>
          <dgm:dir/>
          <dgm:animLvl val="ctr"/>
          <dgm:resizeHandles val="exact"/>
        </dgm:presLayoutVars>
      </dgm:prSet>
      <dgm:spPr/>
    </dgm:pt>
    <dgm:pt modelId="{07D279A9-F4B1-904C-B68D-3C58074A2432}" type="pres">
      <dgm:prSet presAssocID="{CB3AF8B5-745F-EC49-8BF7-CE9E72E45B50}" presName="centerShape" presStyleLbl="node0" presStyleIdx="0" presStyleCnt="1"/>
      <dgm:spPr/>
    </dgm:pt>
    <dgm:pt modelId="{61CA4BF9-C882-A843-89DF-A02F4B8B0966}" type="pres">
      <dgm:prSet presAssocID="{B4AC9D22-1096-DA41-A7F9-AF0A4103E977}" presName="node" presStyleLbl="node1" presStyleIdx="0" presStyleCnt="4">
        <dgm:presLayoutVars>
          <dgm:bulletEnabled val="1"/>
        </dgm:presLayoutVars>
      </dgm:prSet>
      <dgm:spPr/>
    </dgm:pt>
    <dgm:pt modelId="{8CEFD810-1D38-7945-AD77-F54C56FF7A45}" type="pres">
      <dgm:prSet presAssocID="{B4AC9D22-1096-DA41-A7F9-AF0A4103E977}" presName="dummy" presStyleCnt="0"/>
      <dgm:spPr/>
    </dgm:pt>
    <dgm:pt modelId="{B32C64B6-76C6-214E-B93C-E306C8AD74A4}" type="pres">
      <dgm:prSet presAssocID="{B1005D18-3977-9043-B439-96DA3472AAFD}" presName="sibTrans" presStyleLbl="sibTrans2D1" presStyleIdx="0" presStyleCnt="4"/>
      <dgm:spPr/>
    </dgm:pt>
    <dgm:pt modelId="{E53B2DC6-09CF-EC4E-9E3C-D05900477DCA}" type="pres">
      <dgm:prSet presAssocID="{8B5B79F6-33B2-AB4B-BB69-6735D8DBAA80}" presName="node" presStyleLbl="node1" presStyleIdx="1" presStyleCnt="4">
        <dgm:presLayoutVars>
          <dgm:bulletEnabled val="1"/>
        </dgm:presLayoutVars>
      </dgm:prSet>
      <dgm:spPr/>
    </dgm:pt>
    <dgm:pt modelId="{B8FA6206-A5BA-154F-86CA-E1FD9F347750}" type="pres">
      <dgm:prSet presAssocID="{8B5B79F6-33B2-AB4B-BB69-6735D8DBAA80}" presName="dummy" presStyleCnt="0"/>
      <dgm:spPr/>
    </dgm:pt>
    <dgm:pt modelId="{7B0449CB-E7AC-744F-8A55-E5F1468BBAA6}" type="pres">
      <dgm:prSet presAssocID="{C73D018A-323A-3A48-A80D-453DA96D81ED}" presName="sibTrans" presStyleLbl="sibTrans2D1" presStyleIdx="1" presStyleCnt="4"/>
      <dgm:spPr/>
    </dgm:pt>
    <dgm:pt modelId="{4C824750-43AF-9E40-9A63-4239E2670593}" type="pres">
      <dgm:prSet presAssocID="{FD1CB34A-4520-7E4B-AFA8-D5ED27237D20}" presName="node" presStyleLbl="node1" presStyleIdx="2" presStyleCnt="4">
        <dgm:presLayoutVars>
          <dgm:bulletEnabled val="1"/>
        </dgm:presLayoutVars>
      </dgm:prSet>
      <dgm:spPr/>
    </dgm:pt>
    <dgm:pt modelId="{0DB04FBB-115C-BF43-BDA1-D92DEDBA6269}" type="pres">
      <dgm:prSet presAssocID="{FD1CB34A-4520-7E4B-AFA8-D5ED27237D20}" presName="dummy" presStyleCnt="0"/>
      <dgm:spPr/>
    </dgm:pt>
    <dgm:pt modelId="{4E9CA977-1D57-AB40-96B0-874AFE69F2D0}" type="pres">
      <dgm:prSet presAssocID="{D5607CC9-954F-F94A-B1A2-AC4F84AC4225}" presName="sibTrans" presStyleLbl="sibTrans2D1" presStyleIdx="2" presStyleCnt="4"/>
      <dgm:spPr/>
    </dgm:pt>
    <dgm:pt modelId="{A7357B3C-03CA-344F-A38C-5FC152C63423}" type="pres">
      <dgm:prSet presAssocID="{57A5898B-75BA-2740-B5BB-6A609DCFCAB0}" presName="node" presStyleLbl="node1" presStyleIdx="3" presStyleCnt="4">
        <dgm:presLayoutVars>
          <dgm:bulletEnabled val="1"/>
        </dgm:presLayoutVars>
      </dgm:prSet>
      <dgm:spPr/>
    </dgm:pt>
    <dgm:pt modelId="{6943B88F-834C-F648-B885-08B001EB6E3B}" type="pres">
      <dgm:prSet presAssocID="{57A5898B-75BA-2740-B5BB-6A609DCFCAB0}" presName="dummy" presStyleCnt="0"/>
      <dgm:spPr/>
    </dgm:pt>
    <dgm:pt modelId="{6490FCB1-B1DF-8548-B213-F54A276A102F}" type="pres">
      <dgm:prSet presAssocID="{A4A57396-F642-3542-ACA4-2A8C4EBF4FF2}" presName="sibTrans" presStyleLbl="sibTrans2D1" presStyleIdx="3" presStyleCnt="4"/>
      <dgm:spPr/>
    </dgm:pt>
  </dgm:ptLst>
  <dgm:cxnLst>
    <dgm:cxn modelId="{F552D106-2284-1449-8681-BAF9F8B33396}" type="presOf" srcId="{57A5898B-75BA-2740-B5BB-6A609DCFCAB0}" destId="{A7357B3C-03CA-344F-A38C-5FC152C63423}" srcOrd="0" destOrd="0" presId="urn:microsoft.com/office/officeart/2005/8/layout/radial6"/>
    <dgm:cxn modelId="{748BC22E-D615-9346-A6F2-2D6D1403E4F3}" type="presOf" srcId="{8B5B79F6-33B2-AB4B-BB69-6735D8DBAA80}" destId="{E53B2DC6-09CF-EC4E-9E3C-D05900477DCA}" srcOrd="0" destOrd="0" presId="urn:microsoft.com/office/officeart/2005/8/layout/radial6"/>
    <dgm:cxn modelId="{F0659A32-DBC2-2041-9C99-4E4CAF7D364D}" srcId="{CB3AF8B5-745F-EC49-8BF7-CE9E72E45B50}" destId="{B4AC9D22-1096-DA41-A7F9-AF0A4103E977}" srcOrd="0" destOrd="0" parTransId="{E8A39E61-A186-F34E-998E-1E0FC9B89B77}" sibTransId="{B1005D18-3977-9043-B439-96DA3472AAFD}"/>
    <dgm:cxn modelId="{61463F5B-9DF4-4943-816B-8DBFC25A4533}" type="presOf" srcId="{D5607CC9-954F-F94A-B1A2-AC4F84AC4225}" destId="{4E9CA977-1D57-AB40-96B0-874AFE69F2D0}" srcOrd="0" destOrd="0" presId="urn:microsoft.com/office/officeart/2005/8/layout/radial6"/>
    <dgm:cxn modelId="{4272BD70-AE6F-9F4A-A0C3-58E0F2B355BD}" type="presOf" srcId="{B4AC9D22-1096-DA41-A7F9-AF0A4103E977}" destId="{61CA4BF9-C882-A843-89DF-A02F4B8B0966}" srcOrd="0" destOrd="0" presId="urn:microsoft.com/office/officeart/2005/8/layout/radial6"/>
    <dgm:cxn modelId="{49286B56-C7AD-8140-95AD-517660C35A83}" srcId="{CB3AF8B5-745F-EC49-8BF7-CE9E72E45B50}" destId="{57A5898B-75BA-2740-B5BB-6A609DCFCAB0}" srcOrd="3" destOrd="0" parTransId="{21627F40-62E7-CF43-810A-954D2B1E0D91}" sibTransId="{A4A57396-F642-3542-ACA4-2A8C4EBF4FF2}"/>
    <dgm:cxn modelId="{29DCFB78-E509-A441-A9B5-62EC2816C06F}" srcId="{CB3AF8B5-745F-EC49-8BF7-CE9E72E45B50}" destId="{FD1CB34A-4520-7E4B-AFA8-D5ED27237D20}" srcOrd="2" destOrd="0" parTransId="{65535DFD-976C-4F4A-BD94-B3827571A55C}" sibTransId="{D5607CC9-954F-F94A-B1A2-AC4F84AC4225}"/>
    <dgm:cxn modelId="{3ACF047E-F9C2-5245-A439-3C409445B9AA}" type="presOf" srcId="{C73D018A-323A-3A48-A80D-453DA96D81ED}" destId="{7B0449CB-E7AC-744F-8A55-E5F1468BBAA6}" srcOrd="0" destOrd="0" presId="urn:microsoft.com/office/officeart/2005/8/layout/radial6"/>
    <dgm:cxn modelId="{81F6457F-FDEB-A24A-A191-A83227E33D39}" type="presOf" srcId="{CB3AF8B5-745F-EC49-8BF7-CE9E72E45B50}" destId="{07D279A9-F4B1-904C-B68D-3C58074A2432}" srcOrd="0" destOrd="0" presId="urn:microsoft.com/office/officeart/2005/8/layout/radial6"/>
    <dgm:cxn modelId="{61103C84-D6A2-F741-A61A-489B78D84FF0}" srcId="{CB3AF8B5-745F-EC49-8BF7-CE9E72E45B50}" destId="{8B5B79F6-33B2-AB4B-BB69-6735D8DBAA80}" srcOrd="1" destOrd="0" parTransId="{C544B0F1-55E6-0E4E-80FB-4F616DA4E029}" sibTransId="{C73D018A-323A-3A48-A80D-453DA96D81ED}"/>
    <dgm:cxn modelId="{F8BD739A-C7F0-8543-BB25-E09A6F2EB873}" srcId="{64B043D1-4568-6C4D-98C8-C218AA9DAB12}" destId="{CB3AF8B5-745F-EC49-8BF7-CE9E72E45B50}" srcOrd="0" destOrd="0" parTransId="{C346765B-EF60-594A-90D6-F6875DA0D8F8}" sibTransId="{7A71E557-D311-464F-B2AD-7708624908D3}"/>
    <dgm:cxn modelId="{0B13A7B0-7B05-C04D-9807-181D1DD43BEE}" type="presOf" srcId="{64B043D1-4568-6C4D-98C8-C218AA9DAB12}" destId="{A4D14DB5-6236-8E4F-B51D-47A7AAB90618}" srcOrd="0" destOrd="0" presId="urn:microsoft.com/office/officeart/2005/8/layout/radial6"/>
    <dgm:cxn modelId="{D26EB0D7-C3DF-AB4C-B77B-B0310EF9F56D}" type="presOf" srcId="{FD1CB34A-4520-7E4B-AFA8-D5ED27237D20}" destId="{4C824750-43AF-9E40-9A63-4239E2670593}" srcOrd="0" destOrd="0" presId="urn:microsoft.com/office/officeart/2005/8/layout/radial6"/>
    <dgm:cxn modelId="{408F0FDE-5131-5148-A3E5-ABB27731C89B}" type="presOf" srcId="{A4A57396-F642-3542-ACA4-2A8C4EBF4FF2}" destId="{6490FCB1-B1DF-8548-B213-F54A276A102F}" srcOrd="0" destOrd="0" presId="urn:microsoft.com/office/officeart/2005/8/layout/radial6"/>
    <dgm:cxn modelId="{A32BB7F7-D782-3349-ABA9-7E11CC4C5EE0}" type="presOf" srcId="{B1005D18-3977-9043-B439-96DA3472AAFD}" destId="{B32C64B6-76C6-214E-B93C-E306C8AD74A4}" srcOrd="0" destOrd="0" presId="urn:microsoft.com/office/officeart/2005/8/layout/radial6"/>
    <dgm:cxn modelId="{E83B99A5-1B49-EE4C-B624-A09F04DA9421}" type="presParOf" srcId="{A4D14DB5-6236-8E4F-B51D-47A7AAB90618}" destId="{07D279A9-F4B1-904C-B68D-3C58074A2432}" srcOrd="0" destOrd="0" presId="urn:microsoft.com/office/officeart/2005/8/layout/radial6"/>
    <dgm:cxn modelId="{4BC61437-B6CA-4F4F-812B-384C6E99AE57}" type="presParOf" srcId="{A4D14DB5-6236-8E4F-B51D-47A7AAB90618}" destId="{61CA4BF9-C882-A843-89DF-A02F4B8B0966}" srcOrd="1" destOrd="0" presId="urn:microsoft.com/office/officeart/2005/8/layout/radial6"/>
    <dgm:cxn modelId="{21812F73-1623-7E49-B8C5-5E7AC2C1D99E}" type="presParOf" srcId="{A4D14DB5-6236-8E4F-B51D-47A7AAB90618}" destId="{8CEFD810-1D38-7945-AD77-F54C56FF7A45}" srcOrd="2" destOrd="0" presId="urn:microsoft.com/office/officeart/2005/8/layout/radial6"/>
    <dgm:cxn modelId="{CD6C2529-99AE-504D-AFC7-A2B3C465CCD8}" type="presParOf" srcId="{A4D14DB5-6236-8E4F-B51D-47A7AAB90618}" destId="{B32C64B6-76C6-214E-B93C-E306C8AD74A4}" srcOrd="3" destOrd="0" presId="urn:microsoft.com/office/officeart/2005/8/layout/radial6"/>
    <dgm:cxn modelId="{5217F89F-6868-4C43-89ED-72E66178F33D}" type="presParOf" srcId="{A4D14DB5-6236-8E4F-B51D-47A7AAB90618}" destId="{E53B2DC6-09CF-EC4E-9E3C-D05900477DCA}" srcOrd="4" destOrd="0" presId="urn:microsoft.com/office/officeart/2005/8/layout/radial6"/>
    <dgm:cxn modelId="{F1696F54-64F8-0449-9CBA-F986A44D2E4C}" type="presParOf" srcId="{A4D14DB5-6236-8E4F-B51D-47A7AAB90618}" destId="{B8FA6206-A5BA-154F-86CA-E1FD9F347750}" srcOrd="5" destOrd="0" presId="urn:microsoft.com/office/officeart/2005/8/layout/radial6"/>
    <dgm:cxn modelId="{AB279E0C-47AA-AC44-A593-372025DF4D10}" type="presParOf" srcId="{A4D14DB5-6236-8E4F-B51D-47A7AAB90618}" destId="{7B0449CB-E7AC-744F-8A55-E5F1468BBAA6}" srcOrd="6" destOrd="0" presId="urn:microsoft.com/office/officeart/2005/8/layout/radial6"/>
    <dgm:cxn modelId="{0537A5C9-F93D-ED45-8C15-61703BE1ABBC}" type="presParOf" srcId="{A4D14DB5-6236-8E4F-B51D-47A7AAB90618}" destId="{4C824750-43AF-9E40-9A63-4239E2670593}" srcOrd="7" destOrd="0" presId="urn:microsoft.com/office/officeart/2005/8/layout/radial6"/>
    <dgm:cxn modelId="{26BF9717-742B-E543-BE97-69C7BC04B4F1}" type="presParOf" srcId="{A4D14DB5-6236-8E4F-B51D-47A7AAB90618}" destId="{0DB04FBB-115C-BF43-BDA1-D92DEDBA6269}" srcOrd="8" destOrd="0" presId="urn:microsoft.com/office/officeart/2005/8/layout/radial6"/>
    <dgm:cxn modelId="{EA8F315B-0778-5F47-ABBF-10B7826A1E6E}" type="presParOf" srcId="{A4D14DB5-6236-8E4F-B51D-47A7AAB90618}" destId="{4E9CA977-1D57-AB40-96B0-874AFE69F2D0}" srcOrd="9" destOrd="0" presId="urn:microsoft.com/office/officeart/2005/8/layout/radial6"/>
    <dgm:cxn modelId="{0DCE2FDB-C78C-F64B-B819-6718872441AB}" type="presParOf" srcId="{A4D14DB5-6236-8E4F-B51D-47A7AAB90618}" destId="{A7357B3C-03CA-344F-A38C-5FC152C63423}" srcOrd="10" destOrd="0" presId="urn:microsoft.com/office/officeart/2005/8/layout/radial6"/>
    <dgm:cxn modelId="{62664E80-B7D4-8344-BFBE-DB1262E1569E}" type="presParOf" srcId="{A4D14DB5-6236-8E4F-B51D-47A7AAB90618}" destId="{6943B88F-834C-F648-B885-08B001EB6E3B}" srcOrd="11" destOrd="0" presId="urn:microsoft.com/office/officeart/2005/8/layout/radial6"/>
    <dgm:cxn modelId="{D7E1ABB9-7807-C04A-ACA8-5B835A9D7C7F}" type="presParOf" srcId="{A4D14DB5-6236-8E4F-B51D-47A7AAB90618}" destId="{6490FCB1-B1DF-8548-B213-F54A276A102F}"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433A3A-3AAD-DC46-B374-16077A8FE045}" type="doc">
      <dgm:prSet loTypeId="urn:microsoft.com/office/officeart/2005/8/layout/hierarchy6" loCatId="" qsTypeId="urn:microsoft.com/office/officeart/2005/8/quickstyle/simple1" qsCatId="simple" csTypeId="urn:microsoft.com/office/officeart/2005/8/colors/accent1_2" csCatId="accent1" phldr="1"/>
      <dgm:spPr/>
      <dgm:t>
        <a:bodyPr/>
        <a:lstStyle/>
        <a:p>
          <a:endParaRPr lang="en-US"/>
        </a:p>
      </dgm:t>
    </dgm:pt>
    <dgm:pt modelId="{967BB6A8-CF4A-9242-A6BF-42249497EF89}">
      <dgm:prSet phldrT="[Text]" phldr="1" custT="1"/>
      <dgm:spPr>
        <a:solidFill>
          <a:srgbClr val="141B4D"/>
        </a:solidFill>
        <a:ln>
          <a:noFill/>
        </a:ln>
      </dgm:spPr>
      <dgm:t>
        <a:bodyPr/>
        <a:lstStyle/>
        <a:p>
          <a:endParaRPr lang="en-US" sz="1200" dirty="0"/>
        </a:p>
      </dgm:t>
    </dgm:pt>
    <dgm:pt modelId="{A4601134-139E-EE48-9C4B-E82E25662FC5}" type="parTrans" cxnId="{4ECC7A40-1634-234F-A67D-BEBB0A388E79}">
      <dgm:prSet/>
      <dgm:spPr/>
      <dgm:t>
        <a:bodyPr/>
        <a:lstStyle/>
        <a:p>
          <a:endParaRPr lang="en-US"/>
        </a:p>
      </dgm:t>
    </dgm:pt>
    <dgm:pt modelId="{731238DC-0794-BF40-9035-67AD81AB09EE}" type="sibTrans" cxnId="{4ECC7A40-1634-234F-A67D-BEBB0A388E79}">
      <dgm:prSet/>
      <dgm:spPr/>
      <dgm:t>
        <a:bodyPr/>
        <a:lstStyle/>
        <a:p>
          <a:endParaRPr lang="en-US"/>
        </a:p>
      </dgm:t>
    </dgm:pt>
    <dgm:pt modelId="{18037653-BED8-274C-9475-D61E71E4A2B5}">
      <dgm:prSet phldrT="[Text]" phldr="1" custT="1"/>
      <dgm:spPr>
        <a:ln>
          <a:noFill/>
        </a:ln>
      </dgm:spPr>
      <dgm:t>
        <a:bodyPr/>
        <a:lstStyle/>
        <a:p>
          <a:endParaRPr lang="en-US" sz="1200" dirty="0"/>
        </a:p>
      </dgm:t>
    </dgm:pt>
    <dgm:pt modelId="{2B297B23-3719-1E40-82A8-78E822FA3FA5}" type="parTrans" cxnId="{2F857193-C455-674D-BE11-D1E60DB6B493}">
      <dgm:prSet/>
      <dgm:spPr>
        <a:ln>
          <a:solidFill>
            <a:srgbClr val="171717"/>
          </a:solidFill>
        </a:ln>
      </dgm:spPr>
      <dgm:t>
        <a:bodyPr/>
        <a:lstStyle/>
        <a:p>
          <a:endParaRPr lang="en-US"/>
        </a:p>
      </dgm:t>
    </dgm:pt>
    <dgm:pt modelId="{7EFF8D50-B2BD-5040-B006-43216D728B07}" type="sibTrans" cxnId="{2F857193-C455-674D-BE11-D1E60DB6B493}">
      <dgm:prSet/>
      <dgm:spPr/>
      <dgm:t>
        <a:bodyPr/>
        <a:lstStyle/>
        <a:p>
          <a:endParaRPr lang="en-US"/>
        </a:p>
      </dgm:t>
    </dgm:pt>
    <dgm:pt modelId="{EC67FE5C-DE79-BF4D-9EB1-A1BE779D7FCA}">
      <dgm:prSet phldrT="[Text]" phldr="1" custT="1"/>
      <dgm:spPr>
        <a:solidFill>
          <a:srgbClr val="1F74DB"/>
        </a:solidFill>
        <a:ln>
          <a:noFill/>
        </a:ln>
      </dgm:spPr>
      <dgm:t>
        <a:bodyPr/>
        <a:lstStyle/>
        <a:p>
          <a:endParaRPr lang="en-US" sz="1200" dirty="0"/>
        </a:p>
      </dgm:t>
    </dgm:pt>
    <dgm:pt modelId="{2B85F63A-790E-E14F-AA71-B4660E650403}" type="parTrans" cxnId="{D20D6027-8737-D64A-9E69-D01EF496D779}">
      <dgm:prSet/>
      <dgm:spPr>
        <a:ln>
          <a:solidFill>
            <a:srgbClr val="171717"/>
          </a:solidFill>
        </a:ln>
      </dgm:spPr>
      <dgm:t>
        <a:bodyPr/>
        <a:lstStyle/>
        <a:p>
          <a:endParaRPr lang="en-US"/>
        </a:p>
      </dgm:t>
    </dgm:pt>
    <dgm:pt modelId="{3A15EE13-0F3D-8A4E-A931-25B016A73FE4}" type="sibTrans" cxnId="{D20D6027-8737-D64A-9E69-D01EF496D779}">
      <dgm:prSet/>
      <dgm:spPr/>
      <dgm:t>
        <a:bodyPr/>
        <a:lstStyle/>
        <a:p>
          <a:endParaRPr lang="en-US"/>
        </a:p>
      </dgm:t>
    </dgm:pt>
    <dgm:pt modelId="{F49A287F-9F72-554E-B8F3-2948E852BFCD}">
      <dgm:prSet phldrT="[Text]" phldr="1" custT="1"/>
      <dgm:spPr>
        <a:solidFill>
          <a:srgbClr val="1F74DB"/>
        </a:solidFill>
        <a:ln>
          <a:noFill/>
        </a:ln>
      </dgm:spPr>
      <dgm:t>
        <a:bodyPr/>
        <a:lstStyle/>
        <a:p>
          <a:endParaRPr lang="en-US" sz="1200" dirty="0"/>
        </a:p>
      </dgm:t>
    </dgm:pt>
    <dgm:pt modelId="{FC6E5F2D-C252-D34F-A923-B62505CA4B8E}" type="parTrans" cxnId="{9ADF1B44-68E0-2846-B378-DDD8EED6B3E8}">
      <dgm:prSet/>
      <dgm:spPr>
        <a:ln>
          <a:solidFill>
            <a:srgbClr val="171717"/>
          </a:solidFill>
        </a:ln>
      </dgm:spPr>
      <dgm:t>
        <a:bodyPr/>
        <a:lstStyle/>
        <a:p>
          <a:endParaRPr lang="en-US"/>
        </a:p>
      </dgm:t>
    </dgm:pt>
    <dgm:pt modelId="{287196D3-30A1-F047-BD7C-662BEB5F5EE3}" type="sibTrans" cxnId="{9ADF1B44-68E0-2846-B378-DDD8EED6B3E8}">
      <dgm:prSet/>
      <dgm:spPr/>
      <dgm:t>
        <a:bodyPr/>
        <a:lstStyle/>
        <a:p>
          <a:endParaRPr lang="en-US"/>
        </a:p>
      </dgm:t>
    </dgm:pt>
    <dgm:pt modelId="{B2797AA8-1962-F54E-B7D7-4A78168F7B7D}">
      <dgm:prSet phldrT="[Text]" phldr="1" custT="1"/>
      <dgm:spPr>
        <a:ln>
          <a:noFill/>
        </a:ln>
      </dgm:spPr>
      <dgm:t>
        <a:bodyPr/>
        <a:lstStyle/>
        <a:p>
          <a:endParaRPr lang="en-US" sz="1200" dirty="0"/>
        </a:p>
      </dgm:t>
    </dgm:pt>
    <dgm:pt modelId="{A18758F4-B2A5-0142-9E2D-D95687D29D6F}" type="parTrans" cxnId="{94D70C4B-41C0-2248-9DA8-7F5404C7AD58}">
      <dgm:prSet/>
      <dgm:spPr>
        <a:ln>
          <a:solidFill>
            <a:srgbClr val="171717"/>
          </a:solidFill>
        </a:ln>
      </dgm:spPr>
      <dgm:t>
        <a:bodyPr/>
        <a:lstStyle/>
        <a:p>
          <a:endParaRPr lang="en-US"/>
        </a:p>
      </dgm:t>
    </dgm:pt>
    <dgm:pt modelId="{79BBC025-1A90-8342-8AE2-02E35C317450}" type="sibTrans" cxnId="{94D70C4B-41C0-2248-9DA8-7F5404C7AD58}">
      <dgm:prSet/>
      <dgm:spPr/>
      <dgm:t>
        <a:bodyPr/>
        <a:lstStyle/>
        <a:p>
          <a:endParaRPr lang="en-US"/>
        </a:p>
      </dgm:t>
    </dgm:pt>
    <dgm:pt modelId="{8F3FB25F-267A-0144-BD58-EFB631A102B7}">
      <dgm:prSet phldrT="[Text]" phldr="1" custT="1"/>
      <dgm:spPr>
        <a:solidFill>
          <a:srgbClr val="1F74DB"/>
        </a:solidFill>
        <a:ln>
          <a:noFill/>
        </a:ln>
      </dgm:spPr>
      <dgm:t>
        <a:bodyPr/>
        <a:lstStyle/>
        <a:p>
          <a:endParaRPr lang="en-US" sz="1200" dirty="0"/>
        </a:p>
      </dgm:t>
    </dgm:pt>
    <dgm:pt modelId="{8328083B-A552-EA45-8343-C3E09409BC46}" type="parTrans" cxnId="{BEA1446F-B2BA-B641-A494-8AD8C527F377}">
      <dgm:prSet/>
      <dgm:spPr>
        <a:ln>
          <a:solidFill>
            <a:srgbClr val="171717"/>
          </a:solidFill>
        </a:ln>
      </dgm:spPr>
      <dgm:t>
        <a:bodyPr/>
        <a:lstStyle/>
        <a:p>
          <a:endParaRPr lang="en-US"/>
        </a:p>
      </dgm:t>
    </dgm:pt>
    <dgm:pt modelId="{ADB92B30-F4E0-5944-9CFF-90D7E5FFB294}" type="sibTrans" cxnId="{BEA1446F-B2BA-B641-A494-8AD8C527F377}">
      <dgm:prSet/>
      <dgm:spPr/>
      <dgm:t>
        <a:bodyPr/>
        <a:lstStyle/>
        <a:p>
          <a:endParaRPr lang="en-US"/>
        </a:p>
      </dgm:t>
    </dgm:pt>
    <dgm:pt modelId="{AE420D71-02A1-D845-B5B6-160591AEE46E}">
      <dgm:prSet phldrT="[Text]" phldr="1" custT="1"/>
      <dgm:spPr>
        <a:solidFill>
          <a:srgbClr val="D0D3D4">
            <a:alpha val="75000"/>
          </a:srgbClr>
        </a:solidFill>
      </dgm:spPr>
      <dgm:t>
        <a:bodyPr/>
        <a:lstStyle/>
        <a:p>
          <a:endParaRPr lang="en-US" sz="1200" b="1" dirty="0"/>
        </a:p>
      </dgm:t>
    </dgm:pt>
    <dgm:pt modelId="{25A2B28B-D5BD-A846-9F2C-B826A4794573}" type="parTrans" cxnId="{AD5E5994-C180-4646-9829-C91A9D07AD30}">
      <dgm:prSet/>
      <dgm:spPr/>
      <dgm:t>
        <a:bodyPr/>
        <a:lstStyle/>
        <a:p>
          <a:endParaRPr lang="en-US"/>
        </a:p>
      </dgm:t>
    </dgm:pt>
    <dgm:pt modelId="{E1EA14BC-A2B2-2849-B660-771BAC866891}" type="sibTrans" cxnId="{AD5E5994-C180-4646-9829-C91A9D07AD30}">
      <dgm:prSet/>
      <dgm:spPr/>
      <dgm:t>
        <a:bodyPr/>
        <a:lstStyle/>
        <a:p>
          <a:endParaRPr lang="en-US"/>
        </a:p>
      </dgm:t>
    </dgm:pt>
    <dgm:pt modelId="{C58FC9CA-6219-5841-ADF6-22D13D137B36}">
      <dgm:prSet phldrT="[Text]" phldr="1" custT="1"/>
      <dgm:spPr>
        <a:solidFill>
          <a:srgbClr val="D0D3D4">
            <a:alpha val="75000"/>
          </a:srgbClr>
        </a:solidFill>
      </dgm:spPr>
      <dgm:t>
        <a:bodyPr/>
        <a:lstStyle/>
        <a:p>
          <a:endParaRPr lang="en-US" sz="1200" b="1" dirty="0"/>
        </a:p>
      </dgm:t>
    </dgm:pt>
    <dgm:pt modelId="{AE699D8A-8109-664C-A0B6-BE510799DADF}" type="parTrans" cxnId="{D9DA04A5-0C62-EA46-96BE-8DD88CBEA651}">
      <dgm:prSet/>
      <dgm:spPr/>
      <dgm:t>
        <a:bodyPr/>
        <a:lstStyle/>
        <a:p>
          <a:endParaRPr lang="en-US"/>
        </a:p>
      </dgm:t>
    </dgm:pt>
    <dgm:pt modelId="{EE846608-2D20-7146-8145-30381D11AA86}" type="sibTrans" cxnId="{D9DA04A5-0C62-EA46-96BE-8DD88CBEA651}">
      <dgm:prSet/>
      <dgm:spPr/>
      <dgm:t>
        <a:bodyPr/>
        <a:lstStyle/>
        <a:p>
          <a:endParaRPr lang="en-US"/>
        </a:p>
      </dgm:t>
    </dgm:pt>
    <dgm:pt modelId="{72B9EC90-4907-B94B-8434-87730ED1F46E}">
      <dgm:prSet phldrT="[Text]" phldr="1" custT="1"/>
      <dgm:spPr>
        <a:solidFill>
          <a:srgbClr val="D0D3D4">
            <a:alpha val="75000"/>
          </a:srgbClr>
        </a:solidFill>
      </dgm:spPr>
      <dgm:t>
        <a:bodyPr/>
        <a:lstStyle/>
        <a:p>
          <a:endParaRPr lang="en-US" sz="1200" b="1" dirty="0"/>
        </a:p>
      </dgm:t>
    </dgm:pt>
    <dgm:pt modelId="{0C70A378-FD17-1E43-B344-798A274D74AA}" type="parTrans" cxnId="{BB043D90-FAC1-9449-8316-CBC2F0378F9D}">
      <dgm:prSet/>
      <dgm:spPr/>
      <dgm:t>
        <a:bodyPr/>
        <a:lstStyle/>
        <a:p>
          <a:endParaRPr lang="en-US"/>
        </a:p>
      </dgm:t>
    </dgm:pt>
    <dgm:pt modelId="{63B4A657-4A3E-7F4D-8B91-56BE2E1D6C13}" type="sibTrans" cxnId="{BB043D90-FAC1-9449-8316-CBC2F0378F9D}">
      <dgm:prSet/>
      <dgm:spPr/>
      <dgm:t>
        <a:bodyPr/>
        <a:lstStyle/>
        <a:p>
          <a:endParaRPr lang="en-US"/>
        </a:p>
      </dgm:t>
    </dgm:pt>
    <dgm:pt modelId="{4358C89F-97D5-2648-B24F-A7E1A29C1B57}" type="pres">
      <dgm:prSet presAssocID="{7E433A3A-3AAD-DC46-B374-16077A8FE045}" presName="mainComposite" presStyleCnt="0">
        <dgm:presLayoutVars>
          <dgm:chPref val="1"/>
          <dgm:dir/>
          <dgm:animOne val="branch"/>
          <dgm:animLvl val="lvl"/>
          <dgm:resizeHandles val="exact"/>
        </dgm:presLayoutVars>
      </dgm:prSet>
      <dgm:spPr/>
    </dgm:pt>
    <dgm:pt modelId="{AEF91BC8-AFE5-E34B-A6C0-41BCDD844BE7}" type="pres">
      <dgm:prSet presAssocID="{7E433A3A-3AAD-DC46-B374-16077A8FE045}" presName="hierFlow" presStyleCnt="0"/>
      <dgm:spPr/>
    </dgm:pt>
    <dgm:pt modelId="{68F63A7C-AE3C-0E48-9FEE-58EE4E8D33AD}" type="pres">
      <dgm:prSet presAssocID="{7E433A3A-3AAD-DC46-B374-16077A8FE045}" presName="firstBuf" presStyleCnt="0"/>
      <dgm:spPr/>
    </dgm:pt>
    <dgm:pt modelId="{AC30FF2A-A40C-5E40-88E7-FB533916B5E7}" type="pres">
      <dgm:prSet presAssocID="{7E433A3A-3AAD-DC46-B374-16077A8FE045}" presName="hierChild1" presStyleCnt="0">
        <dgm:presLayoutVars>
          <dgm:chPref val="1"/>
          <dgm:animOne val="branch"/>
          <dgm:animLvl val="lvl"/>
        </dgm:presLayoutVars>
      </dgm:prSet>
      <dgm:spPr/>
    </dgm:pt>
    <dgm:pt modelId="{4DEBC646-C819-CE46-A9C6-7AAF394A8C5E}" type="pres">
      <dgm:prSet presAssocID="{967BB6A8-CF4A-9242-A6BF-42249497EF89}" presName="Name14" presStyleCnt="0"/>
      <dgm:spPr/>
    </dgm:pt>
    <dgm:pt modelId="{F851C2CB-98EF-6742-B99E-0A5DAB2EF56D}" type="pres">
      <dgm:prSet presAssocID="{967BB6A8-CF4A-9242-A6BF-42249497EF89}" presName="level1Shape" presStyleLbl="node0" presStyleIdx="0" presStyleCnt="1">
        <dgm:presLayoutVars>
          <dgm:chPref val="3"/>
        </dgm:presLayoutVars>
      </dgm:prSet>
      <dgm:spPr/>
    </dgm:pt>
    <dgm:pt modelId="{9DF0D0E4-ABF7-9342-9AC5-0190ECEED4D9}" type="pres">
      <dgm:prSet presAssocID="{967BB6A8-CF4A-9242-A6BF-42249497EF89}" presName="hierChild2" presStyleCnt="0"/>
      <dgm:spPr/>
    </dgm:pt>
    <dgm:pt modelId="{499A0EA4-C123-294C-B533-47D0F7063951}" type="pres">
      <dgm:prSet presAssocID="{2B297B23-3719-1E40-82A8-78E822FA3FA5}" presName="Name19" presStyleLbl="parChTrans1D2" presStyleIdx="0" presStyleCnt="2"/>
      <dgm:spPr/>
    </dgm:pt>
    <dgm:pt modelId="{03F21849-6CDA-B64B-B485-265815EB4016}" type="pres">
      <dgm:prSet presAssocID="{18037653-BED8-274C-9475-D61E71E4A2B5}" presName="Name21" presStyleCnt="0"/>
      <dgm:spPr/>
    </dgm:pt>
    <dgm:pt modelId="{2771E56E-22E9-A94B-98FF-946F1BEF8546}" type="pres">
      <dgm:prSet presAssocID="{18037653-BED8-274C-9475-D61E71E4A2B5}" presName="level2Shape" presStyleLbl="node2" presStyleIdx="0" presStyleCnt="2"/>
      <dgm:spPr/>
    </dgm:pt>
    <dgm:pt modelId="{B0E772D1-AAAD-9341-B29F-85E45E3040BB}" type="pres">
      <dgm:prSet presAssocID="{18037653-BED8-274C-9475-D61E71E4A2B5}" presName="hierChild3" presStyleCnt="0"/>
      <dgm:spPr/>
    </dgm:pt>
    <dgm:pt modelId="{83F37FBF-1512-3C4D-A5BB-12A9E6E847B9}" type="pres">
      <dgm:prSet presAssocID="{2B85F63A-790E-E14F-AA71-B4660E650403}" presName="Name19" presStyleLbl="parChTrans1D3" presStyleIdx="0" presStyleCnt="3"/>
      <dgm:spPr/>
    </dgm:pt>
    <dgm:pt modelId="{4428FE3F-0D3A-8141-8780-AAFDE41AA0B2}" type="pres">
      <dgm:prSet presAssocID="{EC67FE5C-DE79-BF4D-9EB1-A1BE779D7FCA}" presName="Name21" presStyleCnt="0"/>
      <dgm:spPr/>
    </dgm:pt>
    <dgm:pt modelId="{899BFD2D-8F09-8F40-90DD-5E57857DA912}" type="pres">
      <dgm:prSet presAssocID="{EC67FE5C-DE79-BF4D-9EB1-A1BE779D7FCA}" presName="level2Shape" presStyleLbl="node3" presStyleIdx="0" presStyleCnt="3"/>
      <dgm:spPr/>
    </dgm:pt>
    <dgm:pt modelId="{F769C74E-DEE7-A24B-B896-3794B0D5BD14}" type="pres">
      <dgm:prSet presAssocID="{EC67FE5C-DE79-BF4D-9EB1-A1BE779D7FCA}" presName="hierChild3" presStyleCnt="0"/>
      <dgm:spPr/>
    </dgm:pt>
    <dgm:pt modelId="{719AE472-7DFD-6D43-BFD4-D55077EDD339}" type="pres">
      <dgm:prSet presAssocID="{FC6E5F2D-C252-D34F-A923-B62505CA4B8E}" presName="Name19" presStyleLbl="parChTrans1D3" presStyleIdx="1" presStyleCnt="3"/>
      <dgm:spPr/>
    </dgm:pt>
    <dgm:pt modelId="{29E605C9-14FF-8047-90AE-CFB98B5016FD}" type="pres">
      <dgm:prSet presAssocID="{F49A287F-9F72-554E-B8F3-2948E852BFCD}" presName="Name21" presStyleCnt="0"/>
      <dgm:spPr/>
    </dgm:pt>
    <dgm:pt modelId="{6D3C39B6-E441-2047-AEF7-43C4DE8F2F1B}" type="pres">
      <dgm:prSet presAssocID="{F49A287F-9F72-554E-B8F3-2948E852BFCD}" presName="level2Shape" presStyleLbl="node3" presStyleIdx="1" presStyleCnt="3"/>
      <dgm:spPr/>
    </dgm:pt>
    <dgm:pt modelId="{C72A3F38-313B-A74B-814F-56B166A46C91}" type="pres">
      <dgm:prSet presAssocID="{F49A287F-9F72-554E-B8F3-2948E852BFCD}" presName="hierChild3" presStyleCnt="0"/>
      <dgm:spPr/>
    </dgm:pt>
    <dgm:pt modelId="{0D127B10-24A2-A841-9BEE-17E82409E1F0}" type="pres">
      <dgm:prSet presAssocID="{A18758F4-B2A5-0142-9E2D-D95687D29D6F}" presName="Name19" presStyleLbl="parChTrans1D2" presStyleIdx="1" presStyleCnt="2"/>
      <dgm:spPr/>
    </dgm:pt>
    <dgm:pt modelId="{0C389206-7B55-CC40-B9FE-25E03AEB19DA}" type="pres">
      <dgm:prSet presAssocID="{B2797AA8-1962-F54E-B7D7-4A78168F7B7D}" presName="Name21" presStyleCnt="0"/>
      <dgm:spPr/>
    </dgm:pt>
    <dgm:pt modelId="{EDD673F7-6E96-1F41-8B4C-78BE3BC448C4}" type="pres">
      <dgm:prSet presAssocID="{B2797AA8-1962-F54E-B7D7-4A78168F7B7D}" presName="level2Shape" presStyleLbl="node2" presStyleIdx="1" presStyleCnt="2"/>
      <dgm:spPr/>
    </dgm:pt>
    <dgm:pt modelId="{DA048547-6FD9-F340-9BCA-9E67D53B19D6}" type="pres">
      <dgm:prSet presAssocID="{B2797AA8-1962-F54E-B7D7-4A78168F7B7D}" presName="hierChild3" presStyleCnt="0"/>
      <dgm:spPr/>
    </dgm:pt>
    <dgm:pt modelId="{6A9BF85D-6505-C54D-A814-0D4311A4BE50}" type="pres">
      <dgm:prSet presAssocID="{8328083B-A552-EA45-8343-C3E09409BC46}" presName="Name19" presStyleLbl="parChTrans1D3" presStyleIdx="2" presStyleCnt="3"/>
      <dgm:spPr/>
    </dgm:pt>
    <dgm:pt modelId="{DEE05A58-118B-8C48-82AB-A675EAD609EF}" type="pres">
      <dgm:prSet presAssocID="{8F3FB25F-267A-0144-BD58-EFB631A102B7}" presName="Name21" presStyleCnt="0"/>
      <dgm:spPr/>
    </dgm:pt>
    <dgm:pt modelId="{18B58DD8-437C-BE48-AB59-4CF88FDCACD8}" type="pres">
      <dgm:prSet presAssocID="{8F3FB25F-267A-0144-BD58-EFB631A102B7}" presName="level2Shape" presStyleLbl="node3" presStyleIdx="2" presStyleCnt="3"/>
      <dgm:spPr/>
    </dgm:pt>
    <dgm:pt modelId="{9637E5AE-3C4C-4641-9015-127449F5028F}" type="pres">
      <dgm:prSet presAssocID="{8F3FB25F-267A-0144-BD58-EFB631A102B7}" presName="hierChild3" presStyleCnt="0"/>
      <dgm:spPr/>
    </dgm:pt>
    <dgm:pt modelId="{B927E156-4D15-704C-BACF-648B622783F5}" type="pres">
      <dgm:prSet presAssocID="{7E433A3A-3AAD-DC46-B374-16077A8FE045}" presName="bgShapesFlow" presStyleCnt="0"/>
      <dgm:spPr/>
    </dgm:pt>
    <dgm:pt modelId="{D2423BDB-8F55-0E4B-BAC4-462BE8B7C12B}" type="pres">
      <dgm:prSet presAssocID="{AE420D71-02A1-D845-B5B6-160591AEE46E}" presName="rectComp" presStyleCnt="0"/>
      <dgm:spPr/>
    </dgm:pt>
    <dgm:pt modelId="{B39C5690-1BCE-034F-A9CE-FDE89D445627}" type="pres">
      <dgm:prSet presAssocID="{AE420D71-02A1-D845-B5B6-160591AEE46E}" presName="bgRect" presStyleLbl="bgShp" presStyleIdx="0" presStyleCnt="3"/>
      <dgm:spPr/>
    </dgm:pt>
    <dgm:pt modelId="{672B65DB-35E4-4E43-8BAA-98A9528914F0}" type="pres">
      <dgm:prSet presAssocID="{AE420D71-02A1-D845-B5B6-160591AEE46E}" presName="bgRectTx" presStyleLbl="bgShp" presStyleIdx="0" presStyleCnt="3">
        <dgm:presLayoutVars>
          <dgm:bulletEnabled val="1"/>
        </dgm:presLayoutVars>
      </dgm:prSet>
      <dgm:spPr/>
    </dgm:pt>
    <dgm:pt modelId="{087334A7-7F64-1942-934B-40CE8B21C5B2}" type="pres">
      <dgm:prSet presAssocID="{AE420D71-02A1-D845-B5B6-160591AEE46E}" presName="spComp" presStyleCnt="0"/>
      <dgm:spPr/>
    </dgm:pt>
    <dgm:pt modelId="{CC29D328-E739-C24F-9E35-F2AE4B23820E}" type="pres">
      <dgm:prSet presAssocID="{AE420D71-02A1-D845-B5B6-160591AEE46E}" presName="vSp" presStyleCnt="0"/>
      <dgm:spPr/>
    </dgm:pt>
    <dgm:pt modelId="{C871DDD0-1D4F-2248-A468-1A34BA3A8A5E}" type="pres">
      <dgm:prSet presAssocID="{C58FC9CA-6219-5841-ADF6-22D13D137B36}" presName="rectComp" presStyleCnt="0"/>
      <dgm:spPr/>
    </dgm:pt>
    <dgm:pt modelId="{86A5FA10-E98E-8D4D-B395-6F37326AFC79}" type="pres">
      <dgm:prSet presAssocID="{C58FC9CA-6219-5841-ADF6-22D13D137B36}" presName="bgRect" presStyleLbl="bgShp" presStyleIdx="1" presStyleCnt="3"/>
      <dgm:spPr/>
    </dgm:pt>
    <dgm:pt modelId="{B35D23B5-0F3B-B14B-AB14-22E14DD538DC}" type="pres">
      <dgm:prSet presAssocID="{C58FC9CA-6219-5841-ADF6-22D13D137B36}" presName="bgRectTx" presStyleLbl="bgShp" presStyleIdx="1" presStyleCnt="3">
        <dgm:presLayoutVars>
          <dgm:bulletEnabled val="1"/>
        </dgm:presLayoutVars>
      </dgm:prSet>
      <dgm:spPr/>
    </dgm:pt>
    <dgm:pt modelId="{D6C79C57-6F66-B743-BCA1-970121A48B74}" type="pres">
      <dgm:prSet presAssocID="{C58FC9CA-6219-5841-ADF6-22D13D137B36}" presName="spComp" presStyleCnt="0"/>
      <dgm:spPr/>
    </dgm:pt>
    <dgm:pt modelId="{94F8D8BF-B4C0-2741-A4D0-129AC1EF6B36}" type="pres">
      <dgm:prSet presAssocID="{C58FC9CA-6219-5841-ADF6-22D13D137B36}" presName="vSp" presStyleCnt="0"/>
      <dgm:spPr/>
    </dgm:pt>
    <dgm:pt modelId="{D554C34C-1DA6-E541-89DC-29D947C7D7CD}" type="pres">
      <dgm:prSet presAssocID="{72B9EC90-4907-B94B-8434-87730ED1F46E}" presName="rectComp" presStyleCnt="0"/>
      <dgm:spPr/>
    </dgm:pt>
    <dgm:pt modelId="{573B714D-4BDA-DB45-970A-095651DB4914}" type="pres">
      <dgm:prSet presAssocID="{72B9EC90-4907-B94B-8434-87730ED1F46E}" presName="bgRect" presStyleLbl="bgShp" presStyleIdx="2" presStyleCnt="3"/>
      <dgm:spPr/>
    </dgm:pt>
    <dgm:pt modelId="{DDD5CF15-1D2F-E44D-A6D7-951BF9E7C179}" type="pres">
      <dgm:prSet presAssocID="{72B9EC90-4907-B94B-8434-87730ED1F46E}" presName="bgRectTx" presStyleLbl="bgShp" presStyleIdx="2" presStyleCnt="3">
        <dgm:presLayoutVars>
          <dgm:bulletEnabled val="1"/>
        </dgm:presLayoutVars>
      </dgm:prSet>
      <dgm:spPr/>
    </dgm:pt>
  </dgm:ptLst>
  <dgm:cxnLst>
    <dgm:cxn modelId="{D562CE00-EF51-E948-88F6-A4FA53934645}" type="presOf" srcId="{7E433A3A-3AAD-DC46-B374-16077A8FE045}" destId="{4358C89F-97D5-2648-B24F-A7E1A29C1B57}" srcOrd="0" destOrd="0" presId="urn:microsoft.com/office/officeart/2005/8/layout/hierarchy6"/>
    <dgm:cxn modelId="{B2857318-E669-D944-B1D7-93F2B0F9E519}" type="presOf" srcId="{B2797AA8-1962-F54E-B7D7-4A78168F7B7D}" destId="{EDD673F7-6E96-1F41-8B4C-78BE3BC448C4}" srcOrd="0" destOrd="0" presId="urn:microsoft.com/office/officeart/2005/8/layout/hierarchy6"/>
    <dgm:cxn modelId="{D20D6027-8737-D64A-9E69-D01EF496D779}" srcId="{18037653-BED8-274C-9475-D61E71E4A2B5}" destId="{EC67FE5C-DE79-BF4D-9EB1-A1BE779D7FCA}" srcOrd="0" destOrd="0" parTransId="{2B85F63A-790E-E14F-AA71-B4660E650403}" sibTransId="{3A15EE13-0F3D-8A4E-A931-25B016A73FE4}"/>
    <dgm:cxn modelId="{DF10E22F-5D69-AA44-933D-A3D671B89873}" type="presOf" srcId="{18037653-BED8-274C-9475-D61E71E4A2B5}" destId="{2771E56E-22E9-A94B-98FF-946F1BEF8546}" srcOrd="0" destOrd="0" presId="urn:microsoft.com/office/officeart/2005/8/layout/hierarchy6"/>
    <dgm:cxn modelId="{BC445F39-CDD5-D049-B20F-5BA1D1615743}" type="presOf" srcId="{72B9EC90-4907-B94B-8434-87730ED1F46E}" destId="{DDD5CF15-1D2F-E44D-A6D7-951BF9E7C179}" srcOrd="1" destOrd="0" presId="urn:microsoft.com/office/officeart/2005/8/layout/hierarchy6"/>
    <dgm:cxn modelId="{9E7E7B3F-8405-EB40-91AA-6B20F3C367C9}" type="presOf" srcId="{8F3FB25F-267A-0144-BD58-EFB631A102B7}" destId="{18B58DD8-437C-BE48-AB59-4CF88FDCACD8}" srcOrd="0" destOrd="0" presId="urn:microsoft.com/office/officeart/2005/8/layout/hierarchy6"/>
    <dgm:cxn modelId="{4ECC7A40-1634-234F-A67D-BEBB0A388E79}" srcId="{7E433A3A-3AAD-DC46-B374-16077A8FE045}" destId="{967BB6A8-CF4A-9242-A6BF-42249497EF89}" srcOrd="0" destOrd="0" parTransId="{A4601134-139E-EE48-9C4B-E82E25662FC5}" sibTransId="{731238DC-0794-BF40-9035-67AD81AB09EE}"/>
    <dgm:cxn modelId="{9ADF1B44-68E0-2846-B378-DDD8EED6B3E8}" srcId="{18037653-BED8-274C-9475-D61E71E4A2B5}" destId="{F49A287F-9F72-554E-B8F3-2948E852BFCD}" srcOrd="1" destOrd="0" parTransId="{FC6E5F2D-C252-D34F-A923-B62505CA4B8E}" sibTransId="{287196D3-30A1-F047-BD7C-662BEB5F5EE3}"/>
    <dgm:cxn modelId="{94D70C4B-41C0-2248-9DA8-7F5404C7AD58}" srcId="{967BB6A8-CF4A-9242-A6BF-42249497EF89}" destId="{B2797AA8-1962-F54E-B7D7-4A78168F7B7D}" srcOrd="1" destOrd="0" parTransId="{A18758F4-B2A5-0142-9E2D-D95687D29D6F}" sibTransId="{79BBC025-1A90-8342-8AE2-02E35C317450}"/>
    <dgm:cxn modelId="{BEA1446F-B2BA-B641-A494-8AD8C527F377}" srcId="{B2797AA8-1962-F54E-B7D7-4A78168F7B7D}" destId="{8F3FB25F-267A-0144-BD58-EFB631A102B7}" srcOrd="0" destOrd="0" parTransId="{8328083B-A552-EA45-8343-C3E09409BC46}" sibTransId="{ADB92B30-F4E0-5944-9CFF-90D7E5FFB294}"/>
    <dgm:cxn modelId="{A6C03C70-B6F9-4244-96A7-9B4E067901B0}" type="presOf" srcId="{967BB6A8-CF4A-9242-A6BF-42249497EF89}" destId="{F851C2CB-98EF-6742-B99E-0A5DAB2EF56D}" srcOrd="0" destOrd="0" presId="urn:microsoft.com/office/officeart/2005/8/layout/hierarchy6"/>
    <dgm:cxn modelId="{85225457-2136-F043-B2C1-ABD303188A4E}" type="presOf" srcId="{8328083B-A552-EA45-8343-C3E09409BC46}" destId="{6A9BF85D-6505-C54D-A814-0D4311A4BE50}" srcOrd="0" destOrd="0" presId="urn:microsoft.com/office/officeart/2005/8/layout/hierarchy6"/>
    <dgm:cxn modelId="{845A3783-33EC-0B4B-AE4F-F821209E77B8}" type="presOf" srcId="{C58FC9CA-6219-5841-ADF6-22D13D137B36}" destId="{86A5FA10-E98E-8D4D-B395-6F37326AFC79}" srcOrd="0" destOrd="0" presId="urn:microsoft.com/office/officeart/2005/8/layout/hierarchy6"/>
    <dgm:cxn modelId="{88BEE383-82D0-9F40-80C8-EB85A02A92A9}" type="presOf" srcId="{C58FC9CA-6219-5841-ADF6-22D13D137B36}" destId="{B35D23B5-0F3B-B14B-AB14-22E14DD538DC}" srcOrd="1" destOrd="0" presId="urn:microsoft.com/office/officeart/2005/8/layout/hierarchy6"/>
    <dgm:cxn modelId="{BB043D90-FAC1-9449-8316-CBC2F0378F9D}" srcId="{7E433A3A-3AAD-DC46-B374-16077A8FE045}" destId="{72B9EC90-4907-B94B-8434-87730ED1F46E}" srcOrd="3" destOrd="0" parTransId="{0C70A378-FD17-1E43-B344-798A274D74AA}" sibTransId="{63B4A657-4A3E-7F4D-8B91-56BE2E1D6C13}"/>
    <dgm:cxn modelId="{2F857193-C455-674D-BE11-D1E60DB6B493}" srcId="{967BB6A8-CF4A-9242-A6BF-42249497EF89}" destId="{18037653-BED8-274C-9475-D61E71E4A2B5}" srcOrd="0" destOrd="0" parTransId="{2B297B23-3719-1E40-82A8-78E822FA3FA5}" sibTransId="{7EFF8D50-B2BD-5040-B006-43216D728B07}"/>
    <dgm:cxn modelId="{AD5E5994-C180-4646-9829-C91A9D07AD30}" srcId="{7E433A3A-3AAD-DC46-B374-16077A8FE045}" destId="{AE420D71-02A1-D845-B5B6-160591AEE46E}" srcOrd="1" destOrd="0" parTransId="{25A2B28B-D5BD-A846-9F2C-B826A4794573}" sibTransId="{E1EA14BC-A2B2-2849-B660-771BAC866891}"/>
    <dgm:cxn modelId="{56B1DAA0-6ABB-9245-BB64-921461BCB465}" type="presOf" srcId="{F49A287F-9F72-554E-B8F3-2948E852BFCD}" destId="{6D3C39B6-E441-2047-AEF7-43C4DE8F2F1B}" srcOrd="0" destOrd="0" presId="urn:microsoft.com/office/officeart/2005/8/layout/hierarchy6"/>
    <dgm:cxn modelId="{D9DA04A5-0C62-EA46-96BE-8DD88CBEA651}" srcId="{7E433A3A-3AAD-DC46-B374-16077A8FE045}" destId="{C58FC9CA-6219-5841-ADF6-22D13D137B36}" srcOrd="2" destOrd="0" parTransId="{AE699D8A-8109-664C-A0B6-BE510799DADF}" sibTransId="{EE846608-2D20-7146-8145-30381D11AA86}"/>
    <dgm:cxn modelId="{2A898FA8-39FA-C94A-82BA-A72A8B5C5776}" type="presOf" srcId="{EC67FE5C-DE79-BF4D-9EB1-A1BE779D7FCA}" destId="{899BFD2D-8F09-8F40-90DD-5E57857DA912}" srcOrd="0" destOrd="0" presId="urn:microsoft.com/office/officeart/2005/8/layout/hierarchy6"/>
    <dgm:cxn modelId="{78D849B1-30FB-7B44-9A36-2693D59AB9D5}" type="presOf" srcId="{AE420D71-02A1-D845-B5B6-160591AEE46E}" destId="{B39C5690-1BCE-034F-A9CE-FDE89D445627}" srcOrd="0" destOrd="0" presId="urn:microsoft.com/office/officeart/2005/8/layout/hierarchy6"/>
    <dgm:cxn modelId="{618E77C0-1713-1C48-BB2C-7D22C809D324}" type="presOf" srcId="{2B85F63A-790E-E14F-AA71-B4660E650403}" destId="{83F37FBF-1512-3C4D-A5BB-12A9E6E847B9}" srcOrd="0" destOrd="0" presId="urn:microsoft.com/office/officeart/2005/8/layout/hierarchy6"/>
    <dgm:cxn modelId="{BFED29CB-96BF-5943-80B4-24E8979BBBD9}" type="presOf" srcId="{2B297B23-3719-1E40-82A8-78E822FA3FA5}" destId="{499A0EA4-C123-294C-B533-47D0F7063951}" srcOrd="0" destOrd="0" presId="urn:microsoft.com/office/officeart/2005/8/layout/hierarchy6"/>
    <dgm:cxn modelId="{932DD7CF-0FC9-1247-956D-8C46CAD1D31D}" type="presOf" srcId="{A18758F4-B2A5-0142-9E2D-D95687D29D6F}" destId="{0D127B10-24A2-A841-9BEE-17E82409E1F0}" srcOrd="0" destOrd="0" presId="urn:microsoft.com/office/officeart/2005/8/layout/hierarchy6"/>
    <dgm:cxn modelId="{386BABD3-370F-DD4A-B0A3-7CD7C3E7DB2A}" type="presOf" srcId="{FC6E5F2D-C252-D34F-A923-B62505CA4B8E}" destId="{719AE472-7DFD-6D43-BFD4-D55077EDD339}" srcOrd="0" destOrd="0" presId="urn:microsoft.com/office/officeart/2005/8/layout/hierarchy6"/>
    <dgm:cxn modelId="{E7C70CDA-727D-B848-AED0-45822B2B1FE7}" type="presOf" srcId="{72B9EC90-4907-B94B-8434-87730ED1F46E}" destId="{573B714D-4BDA-DB45-970A-095651DB4914}" srcOrd="0" destOrd="0" presId="urn:microsoft.com/office/officeart/2005/8/layout/hierarchy6"/>
    <dgm:cxn modelId="{93AC8BFB-E491-6E48-B087-AA8F648C6D4B}" type="presOf" srcId="{AE420D71-02A1-D845-B5B6-160591AEE46E}" destId="{672B65DB-35E4-4E43-8BAA-98A9528914F0}" srcOrd="1" destOrd="0" presId="urn:microsoft.com/office/officeart/2005/8/layout/hierarchy6"/>
    <dgm:cxn modelId="{6D39F524-7B2D-E349-BCA6-57DD14604AA5}" type="presParOf" srcId="{4358C89F-97D5-2648-B24F-A7E1A29C1B57}" destId="{AEF91BC8-AFE5-E34B-A6C0-41BCDD844BE7}" srcOrd="0" destOrd="0" presId="urn:microsoft.com/office/officeart/2005/8/layout/hierarchy6"/>
    <dgm:cxn modelId="{1F2091D7-2CE9-5C41-81B0-8CC23BB954F6}" type="presParOf" srcId="{AEF91BC8-AFE5-E34B-A6C0-41BCDD844BE7}" destId="{68F63A7C-AE3C-0E48-9FEE-58EE4E8D33AD}" srcOrd="0" destOrd="0" presId="urn:microsoft.com/office/officeart/2005/8/layout/hierarchy6"/>
    <dgm:cxn modelId="{AB9E10D6-E5B8-5D40-8D85-43A69DF10A18}" type="presParOf" srcId="{AEF91BC8-AFE5-E34B-A6C0-41BCDD844BE7}" destId="{AC30FF2A-A40C-5E40-88E7-FB533916B5E7}" srcOrd="1" destOrd="0" presId="urn:microsoft.com/office/officeart/2005/8/layout/hierarchy6"/>
    <dgm:cxn modelId="{F68EC356-AC6D-034A-84A6-D86B94FC3AAB}" type="presParOf" srcId="{AC30FF2A-A40C-5E40-88E7-FB533916B5E7}" destId="{4DEBC646-C819-CE46-A9C6-7AAF394A8C5E}" srcOrd="0" destOrd="0" presId="urn:microsoft.com/office/officeart/2005/8/layout/hierarchy6"/>
    <dgm:cxn modelId="{76D59C67-2FC4-B14E-9C1E-FC0326BD5A71}" type="presParOf" srcId="{4DEBC646-C819-CE46-A9C6-7AAF394A8C5E}" destId="{F851C2CB-98EF-6742-B99E-0A5DAB2EF56D}" srcOrd="0" destOrd="0" presId="urn:microsoft.com/office/officeart/2005/8/layout/hierarchy6"/>
    <dgm:cxn modelId="{BE6768E2-275E-6145-A02C-FE2613EBEE1A}" type="presParOf" srcId="{4DEBC646-C819-CE46-A9C6-7AAF394A8C5E}" destId="{9DF0D0E4-ABF7-9342-9AC5-0190ECEED4D9}" srcOrd="1" destOrd="0" presId="urn:microsoft.com/office/officeart/2005/8/layout/hierarchy6"/>
    <dgm:cxn modelId="{57335759-1E99-9143-B9FD-76082917AEE2}" type="presParOf" srcId="{9DF0D0E4-ABF7-9342-9AC5-0190ECEED4D9}" destId="{499A0EA4-C123-294C-B533-47D0F7063951}" srcOrd="0" destOrd="0" presId="urn:microsoft.com/office/officeart/2005/8/layout/hierarchy6"/>
    <dgm:cxn modelId="{EA7E7388-BA7C-8943-B021-EACF41B40D93}" type="presParOf" srcId="{9DF0D0E4-ABF7-9342-9AC5-0190ECEED4D9}" destId="{03F21849-6CDA-B64B-B485-265815EB4016}" srcOrd="1" destOrd="0" presId="urn:microsoft.com/office/officeart/2005/8/layout/hierarchy6"/>
    <dgm:cxn modelId="{D5EBFCB8-ECE3-E940-9B3D-A5CC45BBF1A6}" type="presParOf" srcId="{03F21849-6CDA-B64B-B485-265815EB4016}" destId="{2771E56E-22E9-A94B-98FF-946F1BEF8546}" srcOrd="0" destOrd="0" presId="urn:microsoft.com/office/officeart/2005/8/layout/hierarchy6"/>
    <dgm:cxn modelId="{CEC6D2A0-0943-0546-8FBA-1EB4D083E777}" type="presParOf" srcId="{03F21849-6CDA-B64B-B485-265815EB4016}" destId="{B0E772D1-AAAD-9341-B29F-85E45E3040BB}" srcOrd="1" destOrd="0" presId="urn:microsoft.com/office/officeart/2005/8/layout/hierarchy6"/>
    <dgm:cxn modelId="{3DD077EE-DB6F-7243-95E1-395ABE7374D6}" type="presParOf" srcId="{B0E772D1-AAAD-9341-B29F-85E45E3040BB}" destId="{83F37FBF-1512-3C4D-A5BB-12A9E6E847B9}" srcOrd="0" destOrd="0" presId="urn:microsoft.com/office/officeart/2005/8/layout/hierarchy6"/>
    <dgm:cxn modelId="{63CE2FB5-A02C-B84D-9966-C43CA3088869}" type="presParOf" srcId="{B0E772D1-AAAD-9341-B29F-85E45E3040BB}" destId="{4428FE3F-0D3A-8141-8780-AAFDE41AA0B2}" srcOrd="1" destOrd="0" presId="urn:microsoft.com/office/officeart/2005/8/layout/hierarchy6"/>
    <dgm:cxn modelId="{48EB2580-3FCD-F944-87D8-ED8F74F0EA72}" type="presParOf" srcId="{4428FE3F-0D3A-8141-8780-AAFDE41AA0B2}" destId="{899BFD2D-8F09-8F40-90DD-5E57857DA912}" srcOrd="0" destOrd="0" presId="urn:microsoft.com/office/officeart/2005/8/layout/hierarchy6"/>
    <dgm:cxn modelId="{4B56B3D3-CC5F-954F-9EAD-A4D38C738DA0}" type="presParOf" srcId="{4428FE3F-0D3A-8141-8780-AAFDE41AA0B2}" destId="{F769C74E-DEE7-A24B-B896-3794B0D5BD14}" srcOrd="1" destOrd="0" presId="urn:microsoft.com/office/officeart/2005/8/layout/hierarchy6"/>
    <dgm:cxn modelId="{E4A7055C-8959-A348-A461-0C0724DAE4BF}" type="presParOf" srcId="{B0E772D1-AAAD-9341-B29F-85E45E3040BB}" destId="{719AE472-7DFD-6D43-BFD4-D55077EDD339}" srcOrd="2" destOrd="0" presId="urn:microsoft.com/office/officeart/2005/8/layout/hierarchy6"/>
    <dgm:cxn modelId="{FCA9C4EA-FE80-B942-B00E-1DEF4C1E451C}" type="presParOf" srcId="{B0E772D1-AAAD-9341-B29F-85E45E3040BB}" destId="{29E605C9-14FF-8047-90AE-CFB98B5016FD}" srcOrd="3" destOrd="0" presId="urn:microsoft.com/office/officeart/2005/8/layout/hierarchy6"/>
    <dgm:cxn modelId="{9C778A5D-F5F4-B64E-866A-7D1B11BA2E06}" type="presParOf" srcId="{29E605C9-14FF-8047-90AE-CFB98B5016FD}" destId="{6D3C39B6-E441-2047-AEF7-43C4DE8F2F1B}" srcOrd="0" destOrd="0" presId="urn:microsoft.com/office/officeart/2005/8/layout/hierarchy6"/>
    <dgm:cxn modelId="{3341399B-D40E-4E45-B3EB-E85A10553EBA}" type="presParOf" srcId="{29E605C9-14FF-8047-90AE-CFB98B5016FD}" destId="{C72A3F38-313B-A74B-814F-56B166A46C91}" srcOrd="1" destOrd="0" presId="urn:microsoft.com/office/officeart/2005/8/layout/hierarchy6"/>
    <dgm:cxn modelId="{40A52EBF-1B32-2D40-8EE9-5F8EC4468E70}" type="presParOf" srcId="{9DF0D0E4-ABF7-9342-9AC5-0190ECEED4D9}" destId="{0D127B10-24A2-A841-9BEE-17E82409E1F0}" srcOrd="2" destOrd="0" presId="urn:microsoft.com/office/officeart/2005/8/layout/hierarchy6"/>
    <dgm:cxn modelId="{03599C23-0C41-3840-B355-5401F5381FD3}" type="presParOf" srcId="{9DF0D0E4-ABF7-9342-9AC5-0190ECEED4D9}" destId="{0C389206-7B55-CC40-B9FE-25E03AEB19DA}" srcOrd="3" destOrd="0" presId="urn:microsoft.com/office/officeart/2005/8/layout/hierarchy6"/>
    <dgm:cxn modelId="{F617358B-DC88-AD4F-AC98-A7A0F2F647C1}" type="presParOf" srcId="{0C389206-7B55-CC40-B9FE-25E03AEB19DA}" destId="{EDD673F7-6E96-1F41-8B4C-78BE3BC448C4}" srcOrd="0" destOrd="0" presId="urn:microsoft.com/office/officeart/2005/8/layout/hierarchy6"/>
    <dgm:cxn modelId="{B5D6299D-561A-0E40-8406-18766D26A776}" type="presParOf" srcId="{0C389206-7B55-CC40-B9FE-25E03AEB19DA}" destId="{DA048547-6FD9-F340-9BCA-9E67D53B19D6}" srcOrd="1" destOrd="0" presId="urn:microsoft.com/office/officeart/2005/8/layout/hierarchy6"/>
    <dgm:cxn modelId="{AF3C3037-4DBF-4445-8781-EC33C4516334}" type="presParOf" srcId="{DA048547-6FD9-F340-9BCA-9E67D53B19D6}" destId="{6A9BF85D-6505-C54D-A814-0D4311A4BE50}" srcOrd="0" destOrd="0" presId="urn:microsoft.com/office/officeart/2005/8/layout/hierarchy6"/>
    <dgm:cxn modelId="{1D6D182C-A7C7-A94F-8B59-AFD506F70CAF}" type="presParOf" srcId="{DA048547-6FD9-F340-9BCA-9E67D53B19D6}" destId="{DEE05A58-118B-8C48-82AB-A675EAD609EF}" srcOrd="1" destOrd="0" presId="urn:microsoft.com/office/officeart/2005/8/layout/hierarchy6"/>
    <dgm:cxn modelId="{693C2100-0B82-FA44-BAEC-F3C7FA332A46}" type="presParOf" srcId="{DEE05A58-118B-8C48-82AB-A675EAD609EF}" destId="{18B58DD8-437C-BE48-AB59-4CF88FDCACD8}" srcOrd="0" destOrd="0" presId="urn:microsoft.com/office/officeart/2005/8/layout/hierarchy6"/>
    <dgm:cxn modelId="{979471A4-6E69-2346-9D32-F542751B2FA7}" type="presParOf" srcId="{DEE05A58-118B-8C48-82AB-A675EAD609EF}" destId="{9637E5AE-3C4C-4641-9015-127449F5028F}" srcOrd="1" destOrd="0" presId="urn:microsoft.com/office/officeart/2005/8/layout/hierarchy6"/>
    <dgm:cxn modelId="{21AA1033-A877-BB4A-87A5-8A204B3FEC58}" type="presParOf" srcId="{4358C89F-97D5-2648-B24F-A7E1A29C1B57}" destId="{B927E156-4D15-704C-BACF-648B622783F5}" srcOrd="1" destOrd="0" presId="urn:microsoft.com/office/officeart/2005/8/layout/hierarchy6"/>
    <dgm:cxn modelId="{C9A4FC6E-7081-6B46-B0DB-44073A4D723E}" type="presParOf" srcId="{B927E156-4D15-704C-BACF-648B622783F5}" destId="{D2423BDB-8F55-0E4B-BAC4-462BE8B7C12B}" srcOrd="0" destOrd="0" presId="urn:microsoft.com/office/officeart/2005/8/layout/hierarchy6"/>
    <dgm:cxn modelId="{71DF5DBF-4CE3-5F4B-919A-F63BD93D746F}" type="presParOf" srcId="{D2423BDB-8F55-0E4B-BAC4-462BE8B7C12B}" destId="{B39C5690-1BCE-034F-A9CE-FDE89D445627}" srcOrd="0" destOrd="0" presId="urn:microsoft.com/office/officeart/2005/8/layout/hierarchy6"/>
    <dgm:cxn modelId="{E1E8D9CD-F722-C04F-83B3-398411C0EF7B}" type="presParOf" srcId="{D2423BDB-8F55-0E4B-BAC4-462BE8B7C12B}" destId="{672B65DB-35E4-4E43-8BAA-98A9528914F0}" srcOrd="1" destOrd="0" presId="urn:microsoft.com/office/officeart/2005/8/layout/hierarchy6"/>
    <dgm:cxn modelId="{A5791B8F-0C45-C743-8C4E-0B59E85A8ECB}" type="presParOf" srcId="{B927E156-4D15-704C-BACF-648B622783F5}" destId="{087334A7-7F64-1942-934B-40CE8B21C5B2}" srcOrd="1" destOrd="0" presId="urn:microsoft.com/office/officeart/2005/8/layout/hierarchy6"/>
    <dgm:cxn modelId="{76688A23-0455-0A44-AA6E-6CFEC17C898B}" type="presParOf" srcId="{087334A7-7F64-1942-934B-40CE8B21C5B2}" destId="{CC29D328-E739-C24F-9E35-F2AE4B23820E}" srcOrd="0" destOrd="0" presId="urn:microsoft.com/office/officeart/2005/8/layout/hierarchy6"/>
    <dgm:cxn modelId="{591EFE42-54D1-5045-BCF9-EF0B511A822E}" type="presParOf" srcId="{B927E156-4D15-704C-BACF-648B622783F5}" destId="{C871DDD0-1D4F-2248-A468-1A34BA3A8A5E}" srcOrd="2" destOrd="0" presId="urn:microsoft.com/office/officeart/2005/8/layout/hierarchy6"/>
    <dgm:cxn modelId="{36550430-EEBB-5E4A-B270-84FDBAA33456}" type="presParOf" srcId="{C871DDD0-1D4F-2248-A468-1A34BA3A8A5E}" destId="{86A5FA10-E98E-8D4D-B395-6F37326AFC79}" srcOrd="0" destOrd="0" presId="urn:microsoft.com/office/officeart/2005/8/layout/hierarchy6"/>
    <dgm:cxn modelId="{79E31DB3-BE71-B746-983F-2DA9F96194E3}" type="presParOf" srcId="{C871DDD0-1D4F-2248-A468-1A34BA3A8A5E}" destId="{B35D23B5-0F3B-B14B-AB14-22E14DD538DC}" srcOrd="1" destOrd="0" presId="urn:microsoft.com/office/officeart/2005/8/layout/hierarchy6"/>
    <dgm:cxn modelId="{BD5EF5B1-5C30-634C-A9E5-5453FAE96D5B}" type="presParOf" srcId="{B927E156-4D15-704C-BACF-648B622783F5}" destId="{D6C79C57-6F66-B743-BCA1-970121A48B74}" srcOrd="3" destOrd="0" presId="urn:microsoft.com/office/officeart/2005/8/layout/hierarchy6"/>
    <dgm:cxn modelId="{359ACBC4-5040-AA4D-95A4-9C005CE72234}" type="presParOf" srcId="{D6C79C57-6F66-B743-BCA1-970121A48B74}" destId="{94F8D8BF-B4C0-2741-A4D0-129AC1EF6B36}" srcOrd="0" destOrd="0" presId="urn:microsoft.com/office/officeart/2005/8/layout/hierarchy6"/>
    <dgm:cxn modelId="{8DAE18C4-9DDB-E94B-BF9F-C0D00019F5B6}" type="presParOf" srcId="{B927E156-4D15-704C-BACF-648B622783F5}" destId="{D554C34C-1DA6-E541-89DC-29D947C7D7CD}" srcOrd="4" destOrd="0" presId="urn:microsoft.com/office/officeart/2005/8/layout/hierarchy6"/>
    <dgm:cxn modelId="{0D3B9F8A-495D-B948-A829-B96D529AF29B}" type="presParOf" srcId="{D554C34C-1DA6-E541-89DC-29D947C7D7CD}" destId="{573B714D-4BDA-DB45-970A-095651DB4914}" srcOrd="0" destOrd="0" presId="urn:microsoft.com/office/officeart/2005/8/layout/hierarchy6"/>
    <dgm:cxn modelId="{EDF8442B-FD26-B44F-83B7-F5B69206FC6C}" type="presParOf" srcId="{D554C34C-1DA6-E541-89DC-29D947C7D7CD}" destId="{DDD5CF15-1D2F-E44D-A6D7-951BF9E7C179}"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0A1134F-4E41-BD48-9FFE-F5C2BC385095}"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US"/>
        </a:p>
      </dgm:t>
    </dgm:pt>
    <dgm:pt modelId="{6A1565E6-462C-D34D-AE24-B89232A44FFC}">
      <dgm:prSet phldrT="[Text]" phldr="1" custT="1"/>
      <dgm:spPr>
        <a:solidFill>
          <a:srgbClr val="141B4D"/>
        </a:solidFill>
      </dgm:spPr>
      <dgm:t>
        <a:bodyPr/>
        <a:lstStyle/>
        <a:p>
          <a:endParaRPr lang="en-US" sz="1200" dirty="0"/>
        </a:p>
      </dgm:t>
    </dgm:pt>
    <dgm:pt modelId="{7E7F05CD-8176-3943-BCB0-C1F397F6D90A}" type="parTrans" cxnId="{184BD7FD-8D4C-8341-B950-A3F4F0B7C4F6}">
      <dgm:prSet/>
      <dgm:spPr/>
      <dgm:t>
        <a:bodyPr/>
        <a:lstStyle/>
        <a:p>
          <a:endParaRPr lang="en-US"/>
        </a:p>
      </dgm:t>
    </dgm:pt>
    <dgm:pt modelId="{E352F299-98E9-5342-BB09-AC222B5876EB}" type="sibTrans" cxnId="{184BD7FD-8D4C-8341-B950-A3F4F0B7C4F6}">
      <dgm:prSet/>
      <dgm:spPr/>
      <dgm:t>
        <a:bodyPr/>
        <a:lstStyle/>
        <a:p>
          <a:endParaRPr lang="en-US"/>
        </a:p>
      </dgm:t>
    </dgm:pt>
    <dgm:pt modelId="{4C91A32A-B66B-1B49-A9A8-49016E5C8CFD}" type="asst">
      <dgm:prSet phldrT="[Text]" phldr="1" custT="1"/>
      <dgm:spPr>
        <a:solidFill>
          <a:schemeClr val="accent3"/>
        </a:solidFill>
      </dgm:spPr>
      <dgm:t>
        <a:bodyPr/>
        <a:lstStyle/>
        <a:p>
          <a:endParaRPr lang="en-US" sz="1200" dirty="0"/>
        </a:p>
      </dgm:t>
    </dgm:pt>
    <dgm:pt modelId="{3732E054-B2B4-744E-9B51-11DDFA05688B}" type="parTrans" cxnId="{FA019D61-3200-1249-9B9C-FEF762ECE219}">
      <dgm:prSet/>
      <dgm:spPr>
        <a:ln>
          <a:solidFill>
            <a:srgbClr val="171717"/>
          </a:solidFill>
        </a:ln>
      </dgm:spPr>
      <dgm:t>
        <a:bodyPr/>
        <a:lstStyle/>
        <a:p>
          <a:endParaRPr lang="en-US"/>
        </a:p>
      </dgm:t>
    </dgm:pt>
    <dgm:pt modelId="{836E77A8-C2A0-8048-8EF2-A01EC69CA918}" type="sibTrans" cxnId="{FA019D61-3200-1249-9B9C-FEF762ECE219}">
      <dgm:prSet/>
      <dgm:spPr/>
      <dgm:t>
        <a:bodyPr/>
        <a:lstStyle/>
        <a:p>
          <a:endParaRPr lang="en-US"/>
        </a:p>
      </dgm:t>
    </dgm:pt>
    <dgm:pt modelId="{FB2BAA46-9ABA-9E42-A38F-434A2F20844D}">
      <dgm:prSet phldrT="[Text]" phldr="1" custT="1"/>
      <dgm:spPr/>
      <dgm:t>
        <a:bodyPr/>
        <a:lstStyle/>
        <a:p>
          <a:endParaRPr lang="en-US" sz="1200" dirty="0"/>
        </a:p>
      </dgm:t>
    </dgm:pt>
    <dgm:pt modelId="{67F741C1-BB79-CB43-B652-3B13D107B096}" type="parTrans" cxnId="{934978EE-F28D-F347-97D6-31BD4A37C61D}">
      <dgm:prSet/>
      <dgm:spPr>
        <a:ln>
          <a:solidFill>
            <a:srgbClr val="171717"/>
          </a:solidFill>
        </a:ln>
      </dgm:spPr>
      <dgm:t>
        <a:bodyPr/>
        <a:lstStyle/>
        <a:p>
          <a:endParaRPr lang="en-US"/>
        </a:p>
      </dgm:t>
    </dgm:pt>
    <dgm:pt modelId="{BCED09FD-770B-8748-A275-8A5E8DCE2FBF}" type="sibTrans" cxnId="{934978EE-F28D-F347-97D6-31BD4A37C61D}">
      <dgm:prSet/>
      <dgm:spPr/>
      <dgm:t>
        <a:bodyPr/>
        <a:lstStyle/>
        <a:p>
          <a:endParaRPr lang="en-US"/>
        </a:p>
      </dgm:t>
    </dgm:pt>
    <dgm:pt modelId="{EDC661CB-46B6-E64A-9F30-32E88B09CB04}">
      <dgm:prSet phldrT="[Text]" phldr="1" custT="1"/>
      <dgm:spPr/>
      <dgm:t>
        <a:bodyPr/>
        <a:lstStyle/>
        <a:p>
          <a:endParaRPr lang="en-US" sz="1200" dirty="0"/>
        </a:p>
      </dgm:t>
    </dgm:pt>
    <dgm:pt modelId="{6114ABB3-49B0-9E4C-AB63-46A92AD5EBC7}" type="parTrans" cxnId="{DC2D8746-04F7-7146-9D00-3EB1C58CFB3A}">
      <dgm:prSet/>
      <dgm:spPr/>
      <dgm:t>
        <a:bodyPr/>
        <a:lstStyle/>
        <a:p>
          <a:endParaRPr lang="en-US"/>
        </a:p>
      </dgm:t>
    </dgm:pt>
    <dgm:pt modelId="{38C8F0CC-72A9-5147-A276-5700566218C5}" type="sibTrans" cxnId="{DC2D8746-04F7-7146-9D00-3EB1C58CFB3A}">
      <dgm:prSet/>
      <dgm:spPr/>
      <dgm:t>
        <a:bodyPr/>
        <a:lstStyle/>
        <a:p>
          <a:endParaRPr lang="en-US"/>
        </a:p>
      </dgm:t>
    </dgm:pt>
    <dgm:pt modelId="{732A4017-1D7D-2B4E-B224-62A8475F3D3D}">
      <dgm:prSet phldrT="[Text]" phldr="1" custT="1"/>
      <dgm:spPr/>
      <dgm:t>
        <a:bodyPr/>
        <a:lstStyle/>
        <a:p>
          <a:endParaRPr lang="en-US" sz="1200" dirty="0"/>
        </a:p>
      </dgm:t>
    </dgm:pt>
    <dgm:pt modelId="{89464635-42C6-8C46-BE24-1C3B628F7FC0}" type="parTrans" cxnId="{E7A1A184-A076-EB4F-9DA5-EE3EA0C5F3BC}">
      <dgm:prSet/>
      <dgm:spPr>
        <a:ln>
          <a:solidFill>
            <a:srgbClr val="171717"/>
          </a:solidFill>
        </a:ln>
      </dgm:spPr>
      <dgm:t>
        <a:bodyPr/>
        <a:lstStyle/>
        <a:p>
          <a:endParaRPr lang="en-US"/>
        </a:p>
      </dgm:t>
    </dgm:pt>
    <dgm:pt modelId="{9C325BFC-B88D-C84B-8EDB-775AB8724A26}" type="sibTrans" cxnId="{E7A1A184-A076-EB4F-9DA5-EE3EA0C5F3BC}">
      <dgm:prSet/>
      <dgm:spPr/>
      <dgm:t>
        <a:bodyPr/>
        <a:lstStyle/>
        <a:p>
          <a:endParaRPr lang="en-US"/>
        </a:p>
      </dgm:t>
    </dgm:pt>
    <dgm:pt modelId="{5BF410E9-C8AD-BD41-B788-A1FDCDB33B7E}" type="pres">
      <dgm:prSet presAssocID="{90A1134F-4E41-BD48-9FFE-F5C2BC385095}" presName="hierChild1" presStyleCnt="0">
        <dgm:presLayoutVars>
          <dgm:orgChart val="1"/>
          <dgm:chPref val="1"/>
          <dgm:dir/>
          <dgm:animOne val="branch"/>
          <dgm:animLvl val="lvl"/>
          <dgm:resizeHandles/>
        </dgm:presLayoutVars>
      </dgm:prSet>
      <dgm:spPr/>
    </dgm:pt>
    <dgm:pt modelId="{42BF8151-3316-E147-895F-3EF5DCBFDAA1}" type="pres">
      <dgm:prSet presAssocID="{6A1565E6-462C-D34D-AE24-B89232A44FFC}" presName="hierRoot1" presStyleCnt="0">
        <dgm:presLayoutVars>
          <dgm:hierBranch val="init"/>
        </dgm:presLayoutVars>
      </dgm:prSet>
      <dgm:spPr/>
    </dgm:pt>
    <dgm:pt modelId="{7FB4DFCE-FDBB-474B-B1FA-534934FE78C1}" type="pres">
      <dgm:prSet presAssocID="{6A1565E6-462C-D34D-AE24-B89232A44FFC}" presName="rootComposite1" presStyleCnt="0"/>
      <dgm:spPr/>
    </dgm:pt>
    <dgm:pt modelId="{D517D1E4-2BC3-B04A-9FAC-8A0AD0842928}" type="pres">
      <dgm:prSet presAssocID="{6A1565E6-462C-D34D-AE24-B89232A44FFC}" presName="rootText1" presStyleLbl="node0" presStyleIdx="0" presStyleCnt="1">
        <dgm:presLayoutVars>
          <dgm:chPref val="3"/>
        </dgm:presLayoutVars>
      </dgm:prSet>
      <dgm:spPr/>
    </dgm:pt>
    <dgm:pt modelId="{385EE052-F543-CA42-95B1-6D24E94F4372}" type="pres">
      <dgm:prSet presAssocID="{6A1565E6-462C-D34D-AE24-B89232A44FFC}" presName="rootConnector1" presStyleLbl="node1" presStyleIdx="0" presStyleCnt="0"/>
      <dgm:spPr/>
    </dgm:pt>
    <dgm:pt modelId="{4F1176D4-A029-C24E-ADEE-06A75F0657D1}" type="pres">
      <dgm:prSet presAssocID="{6A1565E6-462C-D34D-AE24-B89232A44FFC}" presName="hierChild2" presStyleCnt="0"/>
      <dgm:spPr/>
    </dgm:pt>
    <dgm:pt modelId="{36582354-6455-3447-840A-E811271E29D9}" type="pres">
      <dgm:prSet presAssocID="{67F741C1-BB79-CB43-B652-3B13D107B096}" presName="Name37" presStyleLbl="parChTrans1D2" presStyleIdx="0" presStyleCnt="4"/>
      <dgm:spPr/>
    </dgm:pt>
    <dgm:pt modelId="{D57CCDD4-6C3E-6040-908D-FDE87703CDE0}" type="pres">
      <dgm:prSet presAssocID="{FB2BAA46-9ABA-9E42-A38F-434A2F20844D}" presName="hierRoot2" presStyleCnt="0">
        <dgm:presLayoutVars>
          <dgm:hierBranch val="init"/>
        </dgm:presLayoutVars>
      </dgm:prSet>
      <dgm:spPr/>
    </dgm:pt>
    <dgm:pt modelId="{2E9CE1B4-6602-AB45-9D2F-A6F360FF316B}" type="pres">
      <dgm:prSet presAssocID="{FB2BAA46-9ABA-9E42-A38F-434A2F20844D}" presName="rootComposite" presStyleCnt="0"/>
      <dgm:spPr/>
    </dgm:pt>
    <dgm:pt modelId="{759F99A5-82B4-964D-A45A-A66AA576DC4F}" type="pres">
      <dgm:prSet presAssocID="{FB2BAA46-9ABA-9E42-A38F-434A2F20844D}" presName="rootText" presStyleLbl="node2" presStyleIdx="0" presStyleCnt="3">
        <dgm:presLayoutVars>
          <dgm:chPref val="3"/>
        </dgm:presLayoutVars>
      </dgm:prSet>
      <dgm:spPr/>
    </dgm:pt>
    <dgm:pt modelId="{714D5BE9-36BA-5F42-8D38-F8292BC26D38}" type="pres">
      <dgm:prSet presAssocID="{FB2BAA46-9ABA-9E42-A38F-434A2F20844D}" presName="rootConnector" presStyleLbl="node2" presStyleIdx="0" presStyleCnt="3"/>
      <dgm:spPr/>
    </dgm:pt>
    <dgm:pt modelId="{0826BE7F-9609-8240-9F3F-D5FAC9FC8324}" type="pres">
      <dgm:prSet presAssocID="{FB2BAA46-9ABA-9E42-A38F-434A2F20844D}" presName="hierChild4" presStyleCnt="0"/>
      <dgm:spPr/>
    </dgm:pt>
    <dgm:pt modelId="{81179505-906D-D24B-A320-5AE5BD913F65}" type="pres">
      <dgm:prSet presAssocID="{FB2BAA46-9ABA-9E42-A38F-434A2F20844D}" presName="hierChild5" presStyleCnt="0"/>
      <dgm:spPr/>
    </dgm:pt>
    <dgm:pt modelId="{C7C7472F-46CA-B64A-B1F8-BBE38F529415}" type="pres">
      <dgm:prSet presAssocID="{6114ABB3-49B0-9E4C-AB63-46A92AD5EBC7}" presName="Name37" presStyleLbl="parChTrans1D2" presStyleIdx="1" presStyleCnt="4"/>
      <dgm:spPr/>
    </dgm:pt>
    <dgm:pt modelId="{31C9A40B-3F16-3045-A31D-A461E016BC8C}" type="pres">
      <dgm:prSet presAssocID="{EDC661CB-46B6-E64A-9F30-32E88B09CB04}" presName="hierRoot2" presStyleCnt="0">
        <dgm:presLayoutVars>
          <dgm:hierBranch val="init"/>
        </dgm:presLayoutVars>
      </dgm:prSet>
      <dgm:spPr/>
    </dgm:pt>
    <dgm:pt modelId="{0E54A363-C0AB-1940-B9E4-999A3D6A81A1}" type="pres">
      <dgm:prSet presAssocID="{EDC661CB-46B6-E64A-9F30-32E88B09CB04}" presName="rootComposite" presStyleCnt="0"/>
      <dgm:spPr/>
    </dgm:pt>
    <dgm:pt modelId="{DD9B3149-3C4B-784C-9BAF-8968D056493E}" type="pres">
      <dgm:prSet presAssocID="{EDC661CB-46B6-E64A-9F30-32E88B09CB04}" presName="rootText" presStyleLbl="node2" presStyleIdx="1" presStyleCnt="3">
        <dgm:presLayoutVars>
          <dgm:chPref val="3"/>
        </dgm:presLayoutVars>
      </dgm:prSet>
      <dgm:spPr/>
    </dgm:pt>
    <dgm:pt modelId="{F0550A6C-F521-C744-8EE6-BDA822A197A4}" type="pres">
      <dgm:prSet presAssocID="{EDC661CB-46B6-E64A-9F30-32E88B09CB04}" presName="rootConnector" presStyleLbl="node2" presStyleIdx="1" presStyleCnt="3"/>
      <dgm:spPr/>
    </dgm:pt>
    <dgm:pt modelId="{2F6D7C7E-1B80-8840-96E4-045031351242}" type="pres">
      <dgm:prSet presAssocID="{EDC661CB-46B6-E64A-9F30-32E88B09CB04}" presName="hierChild4" presStyleCnt="0"/>
      <dgm:spPr/>
    </dgm:pt>
    <dgm:pt modelId="{65457BE1-684F-F946-9506-9F6CF51D66BC}" type="pres">
      <dgm:prSet presAssocID="{EDC661CB-46B6-E64A-9F30-32E88B09CB04}" presName="hierChild5" presStyleCnt="0"/>
      <dgm:spPr/>
    </dgm:pt>
    <dgm:pt modelId="{70D2034A-360A-0646-986D-BEAAB8D697DE}" type="pres">
      <dgm:prSet presAssocID="{89464635-42C6-8C46-BE24-1C3B628F7FC0}" presName="Name37" presStyleLbl="parChTrans1D2" presStyleIdx="2" presStyleCnt="4"/>
      <dgm:spPr/>
    </dgm:pt>
    <dgm:pt modelId="{72D466D4-762E-F643-9D81-8D13D4D218F0}" type="pres">
      <dgm:prSet presAssocID="{732A4017-1D7D-2B4E-B224-62A8475F3D3D}" presName="hierRoot2" presStyleCnt="0">
        <dgm:presLayoutVars>
          <dgm:hierBranch val="init"/>
        </dgm:presLayoutVars>
      </dgm:prSet>
      <dgm:spPr/>
    </dgm:pt>
    <dgm:pt modelId="{A1FFA0CB-31F8-1744-A158-EA340C34EF0C}" type="pres">
      <dgm:prSet presAssocID="{732A4017-1D7D-2B4E-B224-62A8475F3D3D}" presName="rootComposite" presStyleCnt="0"/>
      <dgm:spPr/>
    </dgm:pt>
    <dgm:pt modelId="{E5136DD1-9D94-BB41-969A-12B2F0E75C25}" type="pres">
      <dgm:prSet presAssocID="{732A4017-1D7D-2B4E-B224-62A8475F3D3D}" presName="rootText" presStyleLbl="node2" presStyleIdx="2" presStyleCnt="3">
        <dgm:presLayoutVars>
          <dgm:chPref val="3"/>
        </dgm:presLayoutVars>
      </dgm:prSet>
      <dgm:spPr/>
    </dgm:pt>
    <dgm:pt modelId="{45B09ED6-072C-DF4C-958E-134E06134EB6}" type="pres">
      <dgm:prSet presAssocID="{732A4017-1D7D-2B4E-B224-62A8475F3D3D}" presName="rootConnector" presStyleLbl="node2" presStyleIdx="2" presStyleCnt="3"/>
      <dgm:spPr/>
    </dgm:pt>
    <dgm:pt modelId="{4D562BD2-E6DA-D946-9297-86EEFD0B2449}" type="pres">
      <dgm:prSet presAssocID="{732A4017-1D7D-2B4E-B224-62A8475F3D3D}" presName="hierChild4" presStyleCnt="0"/>
      <dgm:spPr/>
    </dgm:pt>
    <dgm:pt modelId="{0F94FD4D-29DB-214B-9B20-5DF63B981EB8}" type="pres">
      <dgm:prSet presAssocID="{732A4017-1D7D-2B4E-B224-62A8475F3D3D}" presName="hierChild5" presStyleCnt="0"/>
      <dgm:spPr/>
    </dgm:pt>
    <dgm:pt modelId="{84A01AF9-0CE6-4940-8125-AA2F33ED48E1}" type="pres">
      <dgm:prSet presAssocID="{6A1565E6-462C-D34D-AE24-B89232A44FFC}" presName="hierChild3" presStyleCnt="0"/>
      <dgm:spPr/>
    </dgm:pt>
    <dgm:pt modelId="{1246CF87-28D1-1340-BDDD-007AA07F77AB}" type="pres">
      <dgm:prSet presAssocID="{3732E054-B2B4-744E-9B51-11DDFA05688B}" presName="Name111" presStyleLbl="parChTrans1D2" presStyleIdx="3" presStyleCnt="4"/>
      <dgm:spPr/>
    </dgm:pt>
    <dgm:pt modelId="{C8E369BF-3C9A-3449-9368-D10B4BF8DB31}" type="pres">
      <dgm:prSet presAssocID="{4C91A32A-B66B-1B49-A9A8-49016E5C8CFD}" presName="hierRoot3" presStyleCnt="0">
        <dgm:presLayoutVars>
          <dgm:hierBranch val="init"/>
        </dgm:presLayoutVars>
      </dgm:prSet>
      <dgm:spPr/>
    </dgm:pt>
    <dgm:pt modelId="{BDF747F1-46A7-3747-B574-37C886F08221}" type="pres">
      <dgm:prSet presAssocID="{4C91A32A-B66B-1B49-A9A8-49016E5C8CFD}" presName="rootComposite3" presStyleCnt="0"/>
      <dgm:spPr/>
    </dgm:pt>
    <dgm:pt modelId="{79EDF2AB-801E-D64E-B939-05258E8C4BD6}" type="pres">
      <dgm:prSet presAssocID="{4C91A32A-B66B-1B49-A9A8-49016E5C8CFD}" presName="rootText3" presStyleLbl="asst1" presStyleIdx="0" presStyleCnt="1">
        <dgm:presLayoutVars>
          <dgm:chPref val="3"/>
        </dgm:presLayoutVars>
      </dgm:prSet>
      <dgm:spPr/>
    </dgm:pt>
    <dgm:pt modelId="{7768C60F-60A8-F147-89F0-844B68DCECF5}" type="pres">
      <dgm:prSet presAssocID="{4C91A32A-B66B-1B49-A9A8-49016E5C8CFD}" presName="rootConnector3" presStyleLbl="asst1" presStyleIdx="0" presStyleCnt="1"/>
      <dgm:spPr/>
    </dgm:pt>
    <dgm:pt modelId="{112A438B-3DD4-F142-85AC-E934F60EEE7A}" type="pres">
      <dgm:prSet presAssocID="{4C91A32A-B66B-1B49-A9A8-49016E5C8CFD}" presName="hierChild6" presStyleCnt="0"/>
      <dgm:spPr/>
    </dgm:pt>
    <dgm:pt modelId="{B4C1C4BC-8235-BB46-88A2-33D60FD9E7E1}" type="pres">
      <dgm:prSet presAssocID="{4C91A32A-B66B-1B49-A9A8-49016E5C8CFD}" presName="hierChild7" presStyleCnt="0"/>
      <dgm:spPr/>
    </dgm:pt>
  </dgm:ptLst>
  <dgm:cxnLst>
    <dgm:cxn modelId="{13843D2E-202B-2246-8259-69BFABD87308}" type="presOf" srcId="{4C91A32A-B66B-1B49-A9A8-49016E5C8CFD}" destId="{7768C60F-60A8-F147-89F0-844B68DCECF5}" srcOrd="1" destOrd="0" presId="urn:microsoft.com/office/officeart/2005/8/layout/orgChart1"/>
    <dgm:cxn modelId="{9DFEA72F-5DB5-D94C-88D9-DF8F0DEBEEF1}" type="presOf" srcId="{FB2BAA46-9ABA-9E42-A38F-434A2F20844D}" destId="{714D5BE9-36BA-5F42-8D38-F8292BC26D38}" srcOrd="1" destOrd="0" presId="urn:microsoft.com/office/officeart/2005/8/layout/orgChart1"/>
    <dgm:cxn modelId="{A958D531-466E-0841-B545-604ADAFC52F5}" type="presOf" srcId="{4C91A32A-B66B-1B49-A9A8-49016E5C8CFD}" destId="{79EDF2AB-801E-D64E-B939-05258E8C4BD6}" srcOrd="0" destOrd="0" presId="urn:microsoft.com/office/officeart/2005/8/layout/orgChart1"/>
    <dgm:cxn modelId="{D68C1934-38E0-8543-AB2D-A4F3809F2E63}" type="presOf" srcId="{EDC661CB-46B6-E64A-9F30-32E88B09CB04}" destId="{F0550A6C-F521-C744-8EE6-BDA822A197A4}" srcOrd="1" destOrd="0" presId="urn:microsoft.com/office/officeart/2005/8/layout/orgChart1"/>
    <dgm:cxn modelId="{FA019D61-3200-1249-9B9C-FEF762ECE219}" srcId="{6A1565E6-462C-D34D-AE24-B89232A44FFC}" destId="{4C91A32A-B66B-1B49-A9A8-49016E5C8CFD}" srcOrd="0" destOrd="0" parTransId="{3732E054-B2B4-744E-9B51-11DDFA05688B}" sibTransId="{836E77A8-C2A0-8048-8EF2-A01EC69CA918}"/>
    <dgm:cxn modelId="{ECC8A364-BC78-C546-8407-B99B1899CB95}" type="presOf" srcId="{6A1565E6-462C-D34D-AE24-B89232A44FFC}" destId="{D517D1E4-2BC3-B04A-9FAC-8A0AD0842928}" srcOrd="0" destOrd="0" presId="urn:microsoft.com/office/officeart/2005/8/layout/orgChart1"/>
    <dgm:cxn modelId="{DC2D8746-04F7-7146-9D00-3EB1C58CFB3A}" srcId="{6A1565E6-462C-D34D-AE24-B89232A44FFC}" destId="{EDC661CB-46B6-E64A-9F30-32E88B09CB04}" srcOrd="2" destOrd="0" parTransId="{6114ABB3-49B0-9E4C-AB63-46A92AD5EBC7}" sibTransId="{38C8F0CC-72A9-5147-A276-5700566218C5}"/>
    <dgm:cxn modelId="{2D46C769-34AC-394E-8934-FAEF22DE6859}" type="presOf" srcId="{732A4017-1D7D-2B4E-B224-62A8475F3D3D}" destId="{E5136DD1-9D94-BB41-969A-12B2F0E75C25}" srcOrd="0" destOrd="0" presId="urn:microsoft.com/office/officeart/2005/8/layout/orgChart1"/>
    <dgm:cxn modelId="{06684B4F-E8E1-E94F-AC78-E42041B5C2D4}" type="presOf" srcId="{89464635-42C6-8C46-BE24-1C3B628F7FC0}" destId="{70D2034A-360A-0646-986D-BEAAB8D697DE}" srcOrd="0" destOrd="0" presId="urn:microsoft.com/office/officeart/2005/8/layout/orgChart1"/>
    <dgm:cxn modelId="{F3C28E52-9D7C-924B-B669-7CA8E812D70B}" type="presOf" srcId="{6114ABB3-49B0-9E4C-AB63-46A92AD5EBC7}" destId="{C7C7472F-46CA-B64A-B1F8-BBE38F529415}" srcOrd="0" destOrd="0" presId="urn:microsoft.com/office/officeart/2005/8/layout/orgChart1"/>
    <dgm:cxn modelId="{E7A1A184-A076-EB4F-9DA5-EE3EA0C5F3BC}" srcId="{6A1565E6-462C-D34D-AE24-B89232A44FFC}" destId="{732A4017-1D7D-2B4E-B224-62A8475F3D3D}" srcOrd="3" destOrd="0" parTransId="{89464635-42C6-8C46-BE24-1C3B628F7FC0}" sibTransId="{9C325BFC-B88D-C84B-8EDB-775AB8724A26}"/>
    <dgm:cxn modelId="{A247608E-AB61-1F48-9984-0821DED7C256}" type="presOf" srcId="{FB2BAA46-9ABA-9E42-A38F-434A2F20844D}" destId="{759F99A5-82B4-964D-A45A-A66AA576DC4F}" srcOrd="0" destOrd="0" presId="urn:microsoft.com/office/officeart/2005/8/layout/orgChart1"/>
    <dgm:cxn modelId="{13753990-B61F-A14F-B217-D6F67928426D}" type="presOf" srcId="{67F741C1-BB79-CB43-B652-3B13D107B096}" destId="{36582354-6455-3447-840A-E811271E29D9}" srcOrd="0" destOrd="0" presId="urn:microsoft.com/office/officeart/2005/8/layout/orgChart1"/>
    <dgm:cxn modelId="{DFACC19F-4302-B843-9F25-E856A3BC1D5B}" type="presOf" srcId="{3732E054-B2B4-744E-9B51-11DDFA05688B}" destId="{1246CF87-28D1-1340-BDDD-007AA07F77AB}" srcOrd="0" destOrd="0" presId="urn:microsoft.com/office/officeart/2005/8/layout/orgChart1"/>
    <dgm:cxn modelId="{CBDA3AAD-B224-5D4F-B734-5AE468181E05}" type="presOf" srcId="{EDC661CB-46B6-E64A-9F30-32E88B09CB04}" destId="{DD9B3149-3C4B-784C-9BAF-8968D056493E}" srcOrd="0" destOrd="0" presId="urn:microsoft.com/office/officeart/2005/8/layout/orgChart1"/>
    <dgm:cxn modelId="{63EB01C2-203C-C246-B0C7-5C2603442CF2}" type="presOf" srcId="{6A1565E6-462C-D34D-AE24-B89232A44FFC}" destId="{385EE052-F543-CA42-95B1-6D24E94F4372}" srcOrd="1" destOrd="0" presId="urn:microsoft.com/office/officeart/2005/8/layout/orgChart1"/>
    <dgm:cxn modelId="{61F749D6-9C54-4740-B660-07F3D8CC6780}" type="presOf" srcId="{90A1134F-4E41-BD48-9FFE-F5C2BC385095}" destId="{5BF410E9-C8AD-BD41-B788-A1FDCDB33B7E}" srcOrd="0" destOrd="0" presId="urn:microsoft.com/office/officeart/2005/8/layout/orgChart1"/>
    <dgm:cxn modelId="{934978EE-F28D-F347-97D6-31BD4A37C61D}" srcId="{6A1565E6-462C-D34D-AE24-B89232A44FFC}" destId="{FB2BAA46-9ABA-9E42-A38F-434A2F20844D}" srcOrd="1" destOrd="0" parTransId="{67F741C1-BB79-CB43-B652-3B13D107B096}" sibTransId="{BCED09FD-770B-8748-A275-8A5E8DCE2FBF}"/>
    <dgm:cxn modelId="{903DEBF4-3730-4C4E-A6DA-0412EBDBB0DB}" type="presOf" srcId="{732A4017-1D7D-2B4E-B224-62A8475F3D3D}" destId="{45B09ED6-072C-DF4C-958E-134E06134EB6}" srcOrd="1" destOrd="0" presId="urn:microsoft.com/office/officeart/2005/8/layout/orgChart1"/>
    <dgm:cxn modelId="{184BD7FD-8D4C-8341-B950-A3F4F0B7C4F6}" srcId="{90A1134F-4E41-BD48-9FFE-F5C2BC385095}" destId="{6A1565E6-462C-D34D-AE24-B89232A44FFC}" srcOrd="0" destOrd="0" parTransId="{7E7F05CD-8176-3943-BCB0-C1F397F6D90A}" sibTransId="{E352F299-98E9-5342-BB09-AC222B5876EB}"/>
    <dgm:cxn modelId="{866C7E4A-04ED-CF48-8418-83F31A7590A1}" type="presParOf" srcId="{5BF410E9-C8AD-BD41-B788-A1FDCDB33B7E}" destId="{42BF8151-3316-E147-895F-3EF5DCBFDAA1}" srcOrd="0" destOrd="0" presId="urn:microsoft.com/office/officeart/2005/8/layout/orgChart1"/>
    <dgm:cxn modelId="{E16B97DB-D608-C341-B92E-AA8C83581286}" type="presParOf" srcId="{42BF8151-3316-E147-895F-3EF5DCBFDAA1}" destId="{7FB4DFCE-FDBB-474B-B1FA-534934FE78C1}" srcOrd="0" destOrd="0" presId="urn:microsoft.com/office/officeart/2005/8/layout/orgChart1"/>
    <dgm:cxn modelId="{33C7F504-784E-1F49-81D4-F248ECFC3EDC}" type="presParOf" srcId="{7FB4DFCE-FDBB-474B-B1FA-534934FE78C1}" destId="{D517D1E4-2BC3-B04A-9FAC-8A0AD0842928}" srcOrd="0" destOrd="0" presId="urn:microsoft.com/office/officeart/2005/8/layout/orgChart1"/>
    <dgm:cxn modelId="{0B2003C4-8831-1B42-9A53-B3F4C1F2F2C1}" type="presParOf" srcId="{7FB4DFCE-FDBB-474B-B1FA-534934FE78C1}" destId="{385EE052-F543-CA42-95B1-6D24E94F4372}" srcOrd="1" destOrd="0" presId="urn:microsoft.com/office/officeart/2005/8/layout/orgChart1"/>
    <dgm:cxn modelId="{3BF5C65C-0936-FB41-BF2F-EC858C1FF7EE}" type="presParOf" srcId="{42BF8151-3316-E147-895F-3EF5DCBFDAA1}" destId="{4F1176D4-A029-C24E-ADEE-06A75F0657D1}" srcOrd="1" destOrd="0" presId="urn:microsoft.com/office/officeart/2005/8/layout/orgChart1"/>
    <dgm:cxn modelId="{859F0544-18D8-C349-B033-54FAE4DDCFAE}" type="presParOf" srcId="{4F1176D4-A029-C24E-ADEE-06A75F0657D1}" destId="{36582354-6455-3447-840A-E811271E29D9}" srcOrd="0" destOrd="0" presId="urn:microsoft.com/office/officeart/2005/8/layout/orgChart1"/>
    <dgm:cxn modelId="{52E033C8-7FD5-4648-BFF8-4C14D5AA5256}" type="presParOf" srcId="{4F1176D4-A029-C24E-ADEE-06A75F0657D1}" destId="{D57CCDD4-6C3E-6040-908D-FDE87703CDE0}" srcOrd="1" destOrd="0" presId="urn:microsoft.com/office/officeart/2005/8/layout/orgChart1"/>
    <dgm:cxn modelId="{7DBB665E-8B9E-FF47-9C79-34FBACC1C9D8}" type="presParOf" srcId="{D57CCDD4-6C3E-6040-908D-FDE87703CDE0}" destId="{2E9CE1B4-6602-AB45-9D2F-A6F360FF316B}" srcOrd="0" destOrd="0" presId="urn:microsoft.com/office/officeart/2005/8/layout/orgChart1"/>
    <dgm:cxn modelId="{F5C5EBD2-F3CA-6543-95C0-73F959F9BA97}" type="presParOf" srcId="{2E9CE1B4-6602-AB45-9D2F-A6F360FF316B}" destId="{759F99A5-82B4-964D-A45A-A66AA576DC4F}" srcOrd="0" destOrd="0" presId="urn:microsoft.com/office/officeart/2005/8/layout/orgChart1"/>
    <dgm:cxn modelId="{535AC617-5C45-6244-9037-FC4F3B38B4FA}" type="presParOf" srcId="{2E9CE1B4-6602-AB45-9D2F-A6F360FF316B}" destId="{714D5BE9-36BA-5F42-8D38-F8292BC26D38}" srcOrd="1" destOrd="0" presId="urn:microsoft.com/office/officeart/2005/8/layout/orgChart1"/>
    <dgm:cxn modelId="{BBF82BC5-6000-EA40-873F-3FB79B69FBF4}" type="presParOf" srcId="{D57CCDD4-6C3E-6040-908D-FDE87703CDE0}" destId="{0826BE7F-9609-8240-9F3F-D5FAC9FC8324}" srcOrd="1" destOrd="0" presId="urn:microsoft.com/office/officeart/2005/8/layout/orgChart1"/>
    <dgm:cxn modelId="{E5BC9EC3-483F-9F45-A151-56F3B9000E7C}" type="presParOf" srcId="{D57CCDD4-6C3E-6040-908D-FDE87703CDE0}" destId="{81179505-906D-D24B-A320-5AE5BD913F65}" srcOrd="2" destOrd="0" presId="urn:microsoft.com/office/officeart/2005/8/layout/orgChart1"/>
    <dgm:cxn modelId="{55128710-40F6-464C-824C-2D33852B913C}" type="presParOf" srcId="{4F1176D4-A029-C24E-ADEE-06A75F0657D1}" destId="{C7C7472F-46CA-B64A-B1F8-BBE38F529415}" srcOrd="2" destOrd="0" presId="urn:microsoft.com/office/officeart/2005/8/layout/orgChart1"/>
    <dgm:cxn modelId="{C88C0474-08C5-8D42-9295-3F05356D83D6}" type="presParOf" srcId="{4F1176D4-A029-C24E-ADEE-06A75F0657D1}" destId="{31C9A40B-3F16-3045-A31D-A461E016BC8C}" srcOrd="3" destOrd="0" presId="urn:microsoft.com/office/officeart/2005/8/layout/orgChart1"/>
    <dgm:cxn modelId="{4B9B6B26-C971-E242-B56A-F11844CAEB7C}" type="presParOf" srcId="{31C9A40B-3F16-3045-A31D-A461E016BC8C}" destId="{0E54A363-C0AB-1940-B9E4-999A3D6A81A1}" srcOrd="0" destOrd="0" presId="urn:microsoft.com/office/officeart/2005/8/layout/orgChart1"/>
    <dgm:cxn modelId="{F251C031-C25D-FC40-AEFD-100FCBF07EE3}" type="presParOf" srcId="{0E54A363-C0AB-1940-B9E4-999A3D6A81A1}" destId="{DD9B3149-3C4B-784C-9BAF-8968D056493E}" srcOrd="0" destOrd="0" presId="urn:microsoft.com/office/officeart/2005/8/layout/orgChart1"/>
    <dgm:cxn modelId="{910D5406-5C09-F94C-9A65-88BC17CC6DF4}" type="presParOf" srcId="{0E54A363-C0AB-1940-B9E4-999A3D6A81A1}" destId="{F0550A6C-F521-C744-8EE6-BDA822A197A4}" srcOrd="1" destOrd="0" presId="urn:microsoft.com/office/officeart/2005/8/layout/orgChart1"/>
    <dgm:cxn modelId="{E3EE1F8A-554C-D340-9157-3C9763EFF3CE}" type="presParOf" srcId="{31C9A40B-3F16-3045-A31D-A461E016BC8C}" destId="{2F6D7C7E-1B80-8840-96E4-045031351242}" srcOrd="1" destOrd="0" presId="urn:microsoft.com/office/officeart/2005/8/layout/orgChart1"/>
    <dgm:cxn modelId="{5BE5CDC1-DEED-E54D-BB75-58F75C607E0B}" type="presParOf" srcId="{31C9A40B-3F16-3045-A31D-A461E016BC8C}" destId="{65457BE1-684F-F946-9506-9F6CF51D66BC}" srcOrd="2" destOrd="0" presId="urn:microsoft.com/office/officeart/2005/8/layout/orgChart1"/>
    <dgm:cxn modelId="{BD87B451-2C65-2042-8A08-DF2D75946991}" type="presParOf" srcId="{4F1176D4-A029-C24E-ADEE-06A75F0657D1}" destId="{70D2034A-360A-0646-986D-BEAAB8D697DE}" srcOrd="4" destOrd="0" presId="urn:microsoft.com/office/officeart/2005/8/layout/orgChart1"/>
    <dgm:cxn modelId="{220EBD96-DBFC-ED4E-8D7A-8E8A01D1143E}" type="presParOf" srcId="{4F1176D4-A029-C24E-ADEE-06A75F0657D1}" destId="{72D466D4-762E-F643-9D81-8D13D4D218F0}" srcOrd="5" destOrd="0" presId="urn:microsoft.com/office/officeart/2005/8/layout/orgChart1"/>
    <dgm:cxn modelId="{1A35CB73-CC8F-D447-A830-0072A04A1CB4}" type="presParOf" srcId="{72D466D4-762E-F643-9D81-8D13D4D218F0}" destId="{A1FFA0CB-31F8-1744-A158-EA340C34EF0C}" srcOrd="0" destOrd="0" presId="urn:microsoft.com/office/officeart/2005/8/layout/orgChart1"/>
    <dgm:cxn modelId="{3B74ED8F-7197-A341-B69F-D8C670758766}" type="presParOf" srcId="{A1FFA0CB-31F8-1744-A158-EA340C34EF0C}" destId="{E5136DD1-9D94-BB41-969A-12B2F0E75C25}" srcOrd="0" destOrd="0" presId="urn:microsoft.com/office/officeart/2005/8/layout/orgChart1"/>
    <dgm:cxn modelId="{1EC51896-9FA9-1747-8A2B-594D785B5DA6}" type="presParOf" srcId="{A1FFA0CB-31F8-1744-A158-EA340C34EF0C}" destId="{45B09ED6-072C-DF4C-958E-134E06134EB6}" srcOrd="1" destOrd="0" presId="urn:microsoft.com/office/officeart/2005/8/layout/orgChart1"/>
    <dgm:cxn modelId="{2828BDE2-3604-7F4F-BF69-4BC55127206A}" type="presParOf" srcId="{72D466D4-762E-F643-9D81-8D13D4D218F0}" destId="{4D562BD2-E6DA-D946-9297-86EEFD0B2449}" srcOrd="1" destOrd="0" presId="urn:microsoft.com/office/officeart/2005/8/layout/orgChart1"/>
    <dgm:cxn modelId="{2EA1F116-7157-FE40-834A-967A895949CB}" type="presParOf" srcId="{72D466D4-762E-F643-9D81-8D13D4D218F0}" destId="{0F94FD4D-29DB-214B-9B20-5DF63B981EB8}" srcOrd="2" destOrd="0" presId="urn:microsoft.com/office/officeart/2005/8/layout/orgChart1"/>
    <dgm:cxn modelId="{9749EA02-9311-244D-9ADC-17C3ED32C338}" type="presParOf" srcId="{42BF8151-3316-E147-895F-3EF5DCBFDAA1}" destId="{84A01AF9-0CE6-4940-8125-AA2F33ED48E1}" srcOrd="2" destOrd="0" presId="urn:microsoft.com/office/officeart/2005/8/layout/orgChart1"/>
    <dgm:cxn modelId="{CEB7D581-6080-6043-9491-6AB98751CEEE}" type="presParOf" srcId="{84A01AF9-0CE6-4940-8125-AA2F33ED48E1}" destId="{1246CF87-28D1-1340-BDDD-007AA07F77AB}" srcOrd="0" destOrd="0" presId="urn:microsoft.com/office/officeart/2005/8/layout/orgChart1"/>
    <dgm:cxn modelId="{EC2C59A9-C0D6-9640-9435-9638A4E7E57C}" type="presParOf" srcId="{84A01AF9-0CE6-4940-8125-AA2F33ED48E1}" destId="{C8E369BF-3C9A-3449-9368-D10B4BF8DB31}" srcOrd="1" destOrd="0" presId="urn:microsoft.com/office/officeart/2005/8/layout/orgChart1"/>
    <dgm:cxn modelId="{403B333A-627F-C94B-A487-E56818DD41A2}" type="presParOf" srcId="{C8E369BF-3C9A-3449-9368-D10B4BF8DB31}" destId="{BDF747F1-46A7-3747-B574-37C886F08221}" srcOrd="0" destOrd="0" presId="urn:microsoft.com/office/officeart/2005/8/layout/orgChart1"/>
    <dgm:cxn modelId="{724E1763-63EB-2A48-8B85-3956471B1ED7}" type="presParOf" srcId="{BDF747F1-46A7-3747-B574-37C886F08221}" destId="{79EDF2AB-801E-D64E-B939-05258E8C4BD6}" srcOrd="0" destOrd="0" presId="urn:microsoft.com/office/officeart/2005/8/layout/orgChart1"/>
    <dgm:cxn modelId="{BB724031-9FD9-6A4F-A049-98218F963DD0}" type="presParOf" srcId="{BDF747F1-46A7-3747-B574-37C886F08221}" destId="{7768C60F-60A8-F147-89F0-844B68DCECF5}" srcOrd="1" destOrd="0" presId="urn:microsoft.com/office/officeart/2005/8/layout/orgChart1"/>
    <dgm:cxn modelId="{68292B4C-D558-6C4E-BEA1-B03EC4F5D70D}" type="presParOf" srcId="{C8E369BF-3C9A-3449-9368-D10B4BF8DB31}" destId="{112A438B-3DD4-F142-85AC-E934F60EEE7A}" srcOrd="1" destOrd="0" presId="urn:microsoft.com/office/officeart/2005/8/layout/orgChart1"/>
    <dgm:cxn modelId="{1D90A85E-2850-A040-80D2-67D4822CFAF6}" type="presParOf" srcId="{C8E369BF-3C9A-3449-9368-D10B4BF8DB31}" destId="{B4C1C4BC-8235-BB46-88A2-33D60FD9E7E1}" srcOrd="2" destOrd="0" presId="urn:microsoft.com/office/officeart/2005/8/layout/orgChart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6FAB0-8C5D-8149-A7C1-AC2605AAA969}">
      <dsp:nvSpPr>
        <dsp:cNvPr id="0" name=""/>
        <dsp:cNvSpPr/>
      </dsp:nvSpPr>
      <dsp:spPr>
        <a:xfrm>
          <a:off x="0" y="554195"/>
          <a:ext cx="3246120" cy="3246120"/>
        </a:xfrm>
        <a:prstGeom prst="pie">
          <a:avLst>
            <a:gd name="adj1" fmla="val 5400000"/>
            <a:gd name="adj2" fmla="val 16200000"/>
          </a:avLst>
        </a:prstGeom>
        <a:solidFill>
          <a:srgbClr val="0047B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1477A3-823B-4541-8222-2BFE1005E53E}">
      <dsp:nvSpPr>
        <dsp:cNvPr id="0" name=""/>
        <dsp:cNvSpPr/>
      </dsp:nvSpPr>
      <dsp:spPr>
        <a:xfrm>
          <a:off x="1623060" y="554195"/>
          <a:ext cx="3787140" cy="3246120"/>
        </a:xfrm>
        <a:prstGeom prst="rect">
          <a:avLst/>
        </a:prstGeom>
        <a:solidFill>
          <a:schemeClr val="lt1">
            <a:alpha val="90000"/>
            <a:hueOff val="0"/>
            <a:satOff val="0"/>
            <a:lumOff val="0"/>
            <a:alphaOff val="0"/>
          </a:schemeClr>
        </a:solidFill>
        <a:ln w="12700" cap="flat" cmpd="sng" algn="ctr">
          <a:solidFill>
            <a:srgbClr val="0047BB"/>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1623060" y="554195"/>
        <a:ext cx="1893570" cy="973838"/>
      </dsp:txXfrm>
    </dsp:sp>
    <dsp:sp modelId="{9BA10F2E-4A0B-DD48-8FD1-EAB9C6B8A04D}">
      <dsp:nvSpPr>
        <dsp:cNvPr id="0" name=""/>
        <dsp:cNvSpPr/>
      </dsp:nvSpPr>
      <dsp:spPr>
        <a:xfrm>
          <a:off x="568072" y="1528034"/>
          <a:ext cx="2109975" cy="2109975"/>
        </a:xfrm>
        <a:prstGeom prst="pie">
          <a:avLst>
            <a:gd name="adj1" fmla="val 5400000"/>
            <a:gd name="adj2" fmla="val 16200000"/>
          </a:avLst>
        </a:prstGeom>
        <a:solidFill>
          <a:srgbClr val="1F74D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A43FBF-2625-AE4E-852A-5ACE93930563}">
      <dsp:nvSpPr>
        <dsp:cNvPr id="0" name=""/>
        <dsp:cNvSpPr/>
      </dsp:nvSpPr>
      <dsp:spPr>
        <a:xfrm>
          <a:off x="1623060" y="1528034"/>
          <a:ext cx="3787140" cy="2109975"/>
        </a:xfrm>
        <a:prstGeom prst="rect">
          <a:avLst/>
        </a:prstGeom>
        <a:solidFill>
          <a:schemeClr val="lt1">
            <a:alpha val="90000"/>
            <a:hueOff val="0"/>
            <a:satOff val="0"/>
            <a:lumOff val="0"/>
            <a:alphaOff val="0"/>
          </a:schemeClr>
        </a:solidFill>
        <a:ln w="12700" cap="flat" cmpd="sng" algn="ctr">
          <a:solidFill>
            <a:srgbClr val="1F74DB"/>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1623060" y="1528034"/>
        <a:ext cx="1893570" cy="973834"/>
      </dsp:txXfrm>
    </dsp:sp>
    <dsp:sp modelId="{DB7EC9CF-1FF4-544E-8631-A42D79D136AE}">
      <dsp:nvSpPr>
        <dsp:cNvPr id="0" name=""/>
        <dsp:cNvSpPr/>
      </dsp:nvSpPr>
      <dsp:spPr>
        <a:xfrm>
          <a:off x="1136142" y="2501868"/>
          <a:ext cx="973835" cy="973835"/>
        </a:xfrm>
        <a:prstGeom prst="pie">
          <a:avLst>
            <a:gd name="adj1" fmla="val 5400000"/>
            <a:gd name="adj2" fmla="val 16200000"/>
          </a:avLst>
        </a:prstGeom>
        <a:solidFill>
          <a:srgbClr val="8CC8E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BB6D9-C7AC-5D41-9AAA-C8470CD495D4}">
      <dsp:nvSpPr>
        <dsp:cNvPr id="0" name=""/>
        <dsp:cNvSpPr/>
      </dsp:nvSpPr>
      <dsp:spPr>
        <a:xfrm>
          <a:off x="1623060" y="2501868"/>
          <a:ext cx="3787140" cy="973835"/>
        </a:xfrm>
        <a:prstGeom prst="rect">
          <a:avLst/>
        </a:prstGeom>
        <a:solidFill>
          <a:schemeClr val="lt1">
            <a:alpha val="90000"/>
            <a:hueOff val="0"/>
            <a:satOff val="0"/>
            <a:lumOff val="0"/>
            <a:alphaOff val="0"/>
          </a:schemeClr>
        </a:solidFill>
        <a:ln w="12700" cap="flat" cmpd="sng" algn="ctr">
          <a:solidFill>
            <a:srgbClr val="8CC8E9"/>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1623060" y="2501868"/>
        <a:ext cx="1893570" cy="973835"/>
      </dsp:txXfrm>
    </dsp:sp>
    <dsp:sp modelId="{AAFFB092-1C60-704A-831E-15DEF79A549C}">
      <dsp:nvSpPr>
        <dsp:cNvPr id="0" name=""/>
        <dsp:cNvSpPr/>
      </dsp:nvSpPr>
      <dsp:spPr>
        <a:xfrm>
          <a:off x="3516630" y="554195"/>
          <a:ext cx="1893570" cy="97383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endParaRPr lang="en-US" sz="1200" kern="1200" dirty="0"/>
        </a:p>
      </dsp:txBody>
      <dsp:txXfrm>
        <a:off x="3516630" y="554195"/>
        <a:ext cx="1893570" cy="973838"/>
      </dsp:txXfrm>
    </dsp:sp>
    <dsp:sp modelId="{4094991D-F507-5B48-9B02-F122EF162B63}">
      <dsp:nvSpPr>
        <dsp:cNvPr id="0" name=""/>
        <dsp:cNvSpPr/>
      </dsp:nvSpPr>
      <dsp:spPr>
        <a:xfrm>
          <a:off x="3516630" y="1528034"/>
          <a:ext cx="1893570" cy="97383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endParaRPr lang="en-US" sz="1200" kern="1200" dirty="0"/>
        </a:p>
      </dsp:txBody>
      <dsp:txXfrm>
        <a:off x="3516630" y="1528034"/>
        <a:ext cx="1893570" cy="973834"/>
      </dsp:txXfrm>
    </dsp:sp>
    <dsp:sp modelId="{4DCBC3D5-421C-E04C-A113-8EDDD967118A}">
      <dsp:nvSpPr>
        <dsp:cNvPr id="0" name=""/>
        <dsp:cNvSpPr/>
      </dsp:nvSpPr>
      <dsp:spPr>
        <a:xfrm>
          <a:off x="3516630" y="2501868"/>
          <a:ext cx="1893570" cy="9738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14300" lvl="1" indent="-114300" algn="l" defTabSz="533400">
            <a:lnSpc>
              <a:spcPct val="90000"/>
            </a:lnSpc>
            <a:spcBef>
              <a:spcPct val="0"/>
            </a:spcBef>
            <a:spcAft>
              <a:spcPct val="15000"/>
            </a:spcAft>
            <a:buChar char="•"/>
          </a:pPr>
          <a:endParaRPr lang="en-US" sz="1200" kern="1200"/>
        </a:p>
        <a:p>
          <a:pPr marL="114300" lvl="1" indent="-114300" algn="l" defTabSz="533400">
            <a:lnSpc>
              <a:spcPct val="90000"/>
            </a:lnSpc>
            <a:spcBef>
              <a:spcPct val="0"/>
            </a:spcBef>
            <a:spcAft>
              <a:spcPct val="15000"/>
            </a:spcAft>
            <a:buChar char="•"/>
          </a:pPr>
          <a:endParaRPr lang="en-US" sz="1200" kern="1200" dirty="0"/>
        </a:p>
      </dsp:txBody>
      <dsp:txXfrm>
        <a:off x="3516630" y="2501868"/>
        <a:ext cx="1893570" cy="973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90FA9-5C3A-014A-BF83-CADCA2E637AE}">
      <dsp:nvSpPr>
        <dsp:cNvPr id="0" name=""/>
        <dsp:cNvSpPr/>
      </dsp:nvSpPr>
      <dsp:spPr>
        <a:xfrm>
          <a:off x="3354323" y="2926360"/>
          <a:ext cx="2055876" cy="13317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r" defTabSz="533400">
            <a:lnSpc>
              <a:spcPct val="90000"/>
            </a:lnSpc>
            <a:spcBef>
              <a:spcPct val="0"/>
            </a:spcBef>
            <a:spcAft>
              <a:spcPct val="15000"/>
            </a:spcAft>
            <a:buChar char="•"/>
          </a:pPr>
          <a:endParaRPr lang="en-US" sz="1200" kern="1200" dirty="0"/>
        </a:p>
      </dsp:txBody>
      <dsp:txXfrm>
        <a:off x="4000340" y="3288549"/>
        <a:ext cx="1380605" cy="940298"/>
      </dsp:txXfrm>
    </dsp:sp>
    <dsp:sp modelId="{17E9760D-C5FE-BA48-B0F0-E8A34C2EED1D}">
      <dsp:nvSpPr>
        <dsp:cNvPr id="0" name=""/>
        <dsp:cNvSpPr/>
      </dsp:nvSpPr>
      <dsp:spPr>
        <a:xfrm>
          <a:off x="0" y="2926360"/>
          <a:ext cx="2055876" cy="13317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dsp:txBody>
      <dsp:txXfrm>
        <a:off x="29254" y="3288549"/>
        <a:ext cx="1380605" cy="940298"/>
      </dsp:txXfrm>
    </dsp:sp>
    <dsp:sp modelId="{08BBA2C4-2757-224B-A9D2-45A880499611}">
      <dsp:nvSpPr>
        <dsp:cNvPr id="0" name=""/>
        <dsp:cNvSpPr/>
      </dsp:nvSpPr>
      <dsp:spPr>
        <a:xfrm>
          <a:off x="3354323" y="96409"/>
          <a:ext cx="2055876" cy="13317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r" defTabSz="533400">
            <a:lnSpc>
              <a:spcPct val="90000"/>
            </a:lnSpc>
            <a:spcBef>
              <a:spcPct val="0"/>
            </a:spcBef>
            <a:spcAft>
              <a:spcPct val="15000"/>
            </a:spcAft>
            <a:buChar char="•"/>
          </a:pPr>
          <a:endParaRPr lang="en-US" sz="1200" kern="1200" dirty="0"/>
        </a:p>
        <a:p>
          <a:pPr marL="114300" lvl="1" indent="-114300" algn="r" defTabSz="533400">
            <a:lnSpc>
              <a:spcPct val="90000"/>
            </a:lnSpc>
            <a:spcBef>
              <a:spcPct val="0"/>
            </a:spcBef>
            <a:spcAft>
              <a:spcPct val="15000"/>
            </a:spcAft>
            <a:buChar char="•"/>
          </a:pPr>
          <a:endParaRPr lang="en-US" sz="1200" kern="1200" dirty="0"/>
        </a:p>
      </dsp:txBody>
      <dsp:txXfrm>
        <a:off x="4000340" y="125663"/>
        <a:ext cx="1380605" cy="940298"/>
      </dsp:txXfrm>
    </dsp:sp>
    <dsp:sp modelId="{D44DAC22-8F80-644A-870D-BAF13C37F202}">
      <dsp:nvSpPr>
        <dsp:cNvPr id="0" name=""/>
        <dsp:cNvSpPr/>
      </dsp:nvSpPr>
      <dsp:spPr>
        <a:xfrm>
          <a:off x="0" y="96409"/>
          <a:ext cx="2055876" cy="13317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endParaRPr lang="en-US" sz="1200" kern="1200" dirty="0"/>
        </a:p>
      </dsp:txBody>
      <dsp:txXfrm>
        <a:off x="29254" y="125663"/>
        <a:ext cx="1380605" cy="940298"/>
      </dsp:txXfrm>
    </dsp:sp>
    <dsp:sp modelId="{FDBB1783-A52D-834A-A3A9-69EA2B71C940}">
      <dsp:nvSpPr>
        <dsp:cNvPr id="0" name=""/>
        <dsp:cNvSpPr/>
      </dsp:nvSpPr>
      <dsp:spPr>
        <a:xfrm>
          <a:off x="861470" y="333626"/>
          <a:ext cx="1802012" cy="1802012"/>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1389267" y="861423"/>
        <a:ext cx="1274215" cy="1274215"/>
      </dsp:txXfrm>
    </dsp:sp>
    <dsp:sp modelId="{B5AD7A81-5B20-2A4F-A871-EB9DAF2CAAE7}">
      <dsp:nvSpPr>
        <dsp:cNvPr id="0" name=""/>
        <dsp:cNvSpPr/>
      </dsp:nvSpPr>
      <dsp:spPr>
        <a:xfrm rot="5400000">
          <a:off x="2746716" y="333626"/>
          <a:ext cx="1802012" cy="1802012"/>
        </a:xfrm>
        <a:prstGeom prst="pieWedge">
          <a:avLst/>
        </a:prstGeom>
        <a:solidFill>
          <a:srgbClr val="141B4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5400000">
        <a:off x="2746716" y="861423"/>
        <a:ext cx="1274215" cy="1274215"/>
      </dsp:txXfrm>
    </dsp:sp>
    <dsp:sp modelId="{24421DA3-73A8-E448-BB35-6902008C68D7}">
      <dsp:nvSpPr>
        <dsp:cNvPr id="0" name=""/>
        <dsp:cNvSpPr/>
      </dsp:nvSpPr>
      <dsp:spPr>
        <a:xfrm rot="10800000">
          <a:off x="2746716" y="2218872"/>
          <a:ext cx="1802012" cy="1802012"/>
        </a:xfrm>
        <a:prstGeom prst="pieWedge">
          <a:avLst/>
        </a:prstGeom>
        <a:solidFill>
          <a:srgbClr val="1F74D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10800000">
        <a:off x="2746716" y="2218872"/>
        <a:ext cx="1274215" cy="1274215"/>
      </dsp:txXfrm>
    </dsp:sp>
    <dsp:sp modelId="{880B2A95-DA8D-FD4B-BC5C-D2036D3B6050}">
      <dsp:nvSpPr>
        <dsp:cNvPr id="0" name=""/>
        <dsp:cNvSpPr/>
      </dsp:nvSpPr>
      <dsp:spPr>
        <a:xfrm rot="16200000">
          <a:off x="861470" y="2218872"/>
          <a:ext cx="1802012" cy="1802012"/>
        </a:xfrm>
        <a:prstGeom prst="pieWedge">
          <a:avLst/>
        </a:prstGeom>
        <a:solidFill>
          <a:srgbClr val="8CC8E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n-US" sz="1600" kern="1200" dirty="0">
            <a:solidFill>
              <a:srgbClr val="141B4D"/>
            </a:solidFill>
          </a:endParaRPr>
        </a:p>
      </dsp:txBody>
      <dsp:txXfrm rot="5400000">
        <a:off x="1389267" y="2218872"/>
        <a:ext cx="1274215" cy="1274215"/>
      </dsp:txXfrm>
    </dsp:sp>
    <dsp:sp modelId="{588014ED-D048-D841-BF49-6DE420EB9642}">
      <dsp:nvSpPr>
        <dsp:cNvPr id="0" name=""/>
        <dsp:cNvSpPr/>
      </dsp:nvSpPr>
      <dsp:spPr>
        <a:xfrm>
          <a:off x="2394013" y="1802703"/>
          <a:ext cx="622173" cy="541020"/>
        </a:xfrm>
        <a:prstGeom prst="circularArrow">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991E32D-B70C-EB46-9203-7623873FA265}">
      <dsp:nvSpPr>
        <dsp:cNvPr id="0" name=""/>
        <dsp:cNvSpPr/>
      </dsp:nvSpPr>
      <dsp:spPr>
        <a:xfrm rot="10800000">
          <a:off x="2394013" y="2010788"/>
          <a:ext cx="622173" cy="541020"/>
        </a:xfrm>
        <a:prstGeom prst="circularArrow">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92F149-9F89-9246-8225-E0DBA8327532}">
      <dsp:nvSpPr>
        <dsp:cNvPr id="0" name=""/>
        <dsp:cNvSpPr/>
      </dsp:nvSpPr>
      <dsp:spPr>
        <a:xfrm>
          <a:off x="1803400" y="0"/>
          <a:ext cx="1803400" cy="1451504"/>
        </a:xfrm>
        <a:prstGeom prst="trapezoid">
          <a:avLst>
            <a:gd name="adj" fmla="val 62122"/>
          </a:avLst>
        </a:prstGeom>
        <a:solidFill>
          <a:srgbClr val="8CC8E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rgbClr val="141B4D"/>
            </a:solidFill>
          </a:endParaRPr>
        </a:p>
      </dsp:txBody>
      <dsp:txXfrm>
        <a:off x="1803400" y="0"/>
        <a:ext cx="1803400" cy="1451504"/>
      </dsp:txXfrm>
    </dsp:sp>
    <dsp:sp modelId="{C8D30CC3-8CC3-994C-ABF0-2219766D1131}">
      <dsp:nvSpPr>
        <dsp:cNvPr id="0" name=""/>
        <dsp:cNvSpPr/>
      </dsp:nvSpPr>
      <dsp:spPr>
        <a:xfrm>
          <a:off x="901699" y="1451504"/>
          <a:ext cx="3606800" cy="1451504"/>
        </a:xfrm>
        <a:prstGeom prst="trapezoid">
          <a:avLst>
            <a:gd name="adj" fmla="val 62122"/>
          </a:avLst>
        </a:prstGeom>
        <a:solidFill>
          <a:srgbClr val="1F74D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rgbClr val="FFFFFF"/>
            </a:solidFill>
          </a:endParaRPr>
        </a:p>
      </dsp:txBody>
      <dsp:txXfrm>
        <a:off x="1532889" y="1451504"/>
        <a:ext cx="2344420" cy="1451504"/>
      </dsp:txXfrm>
    </dsp:sp>
    <dsp:sp modelId="{06ABDAD4-F4D8-9448-AB88-E1DE5DF29C1D}">
      <dsp:nvSpPr>
        <dsp:cNvPr id="0" name=""/>
        <dsp:cNvSpPr/>
      </dsp:nvSpPr>
      <dsp:spPr>
        <a:xfrm>
          <a:off x="0" y="2903008"/>
          <a:ext cx="5410200" cy="1451504"/>
        </a:xfrm>
        <a:prstGeom prst="trapezoid">
          <a:avLst>
            <a:gd name="adj" fmla="val 62122"/>
          </a:avLst>
        </a:prstGeom>
        <a:solidFill>
          <a:srgbClr val="0047B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solidFill>
              <a:srgbClr val="FFFFFF"/>
            </a:solidFill>
          </a:endParaRPr>
        </a:p>
      </dsp:txBody>
      <dsp:txXfrm>
        <a:off x="946784" y="2903008"/>
        <a:ext cx="3516630" cy="14515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9AA453-17B7-F54A-8C48-B8091E418140}">
      <dsp:nvSpPr>
        <dsp:cNvPr id="0" name=""/>
        <dsp:cNvSpPr/>
      </dsp:nvSpPr>
      <dsp:spPr>
        <a:xfrm>
          <a:off x="-4923015" y="-754376"/>
          <a:ext cx="5863264" cy="5863264"/>
        </a:xfrm>
        <a:prstGeom prst="blockArc">
          <a:avLst>
            <a:gd name="adj1" fmla="val 18900000"/>
            <a:gd name="adj2" fmla="val 2700000"/>
            <a:gd name="adj3" fmla="val 368"/>
          </a:avLst>
        </a:prstGeom>
        <a:solidFill>
          <a:srgbClr val="D0D3D4"/>
        </a:solidFill>
        <a:ln w="12700" cap="flat" cmpd="sng" algn="ctr">
          <a:solidFill>
            <a:srgbClr val="D0D3D4"/>
          </a:solidFill>
          <a:prstDash val="solid"/>
          <a:miter lim="800000"/>
        </a:ln>
        <a:effectLst/>
      </dsp:spPr>
      <dsp:style>
        <a:lnRef idx="2">
          <a:scrgbClr r="0" g="0" b="0"/>
        </a:lnRef>
        <a:fillRef idx="0">
          <a:scrgbClr r="0" g="0" b="0"/>
        </a:fillRef>
        <a:effectRef idx="0">
          <a:scrgbClr r="0" g="0" b="0"/>
        </a:effectRef>
        <a:fontRef idx="minor"/>
      </dsp:style>
    </dsp:sp>
    <dsp:sp modelId="{130047DE-8B46-384A-8414-6C2DF74A481B}">
      <dsp:nvSpPr>
        <dsp:cNvPr id="0" name=""/>
        <dsp:cNvSpPr/>
      </dsp:nvSpPr>
      <dsp:spPr>
        <a:xfrm>
          <a:off x="604723" y="435451"/>
          <a:ext cx="4745701" cy="870902"/>
        </a:xfrm>
        <a:prstGeom prst="rect">
          <a:avLst/>
        </a:prstGeom>
        <a:noFill/>
        <a:ln w="12700" cap="flat" cmpd="sng" algn="ctr">
          <a:solidFill>
            <a:srgbClr val="0047B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1279" tIns="30480" rIns="30480" bIns="30480" numCol="1" spcCol="1270" anchor="ctr" anchorCtr="0">
          <a:noAutofit/>
        </a:bodyPr>
        <a:lstStyle/>
        <a:p>
          <a:pPr marL="0" lvl="0" indent="0" algn="l" defTabSz="533400">
            <a:lnSpc>
              <a:spcPct val="90000"/>
            </a:lnSpc>
            <a:spcBef>
              <a:spcPct val="0"/>
            </a:spcBef>
            <a:spcAft>
              <a:spcPct val="35000"/>
            </a:spcAft>
            <a:buNone/>
          </a:pPr>
          <a:r>
            <a:rPr lang="en-GB" sz="1200" kern="1200" dirty="0">
              <a:solidFill>
                <a:schemeClr val="tx1"/>
              </a:solidFill>
            </a:rPr>
            <a:t>Enter a brief description here, no more than four lines</a:t>
          </a:r>
          <a:endParaRPr lang="en-US" sz="1200" b="0" kern="1200" dirty="0">
            <a:solidFill>
              <a:schemeClr val="tx1"/>
            </a:solidFill>
          </a:endParaRPr>
        </a:p>
      </dsp:txBody>
      <dsp:txXfrm>
        <a:off x="604723" y="435451"/>
        <a:ext cx="4745701" cy="870902"/>
      </dsp:txXfrm>
    </dsp:sp>
    <dsp:sp modelId="{22171655-46AC-0F44-8058-6D76DD6E4BD5}">
      <dsp:nvSpPr>
        <dsp:cNvPr id="0" name=""/>
        <dsp:cNvSpPr/>
      </dsp:nvSpPr>
      <dsp:spPr>
        <a:xfrm>
          <a:off x="60409" y="326588"/>
          <a:ext cx="1088628" cy="1088628"/>
        </a:xfrm>
        <a:prstGeom prst="ellipse">
          <a:avLst/>
        </a:prstGeom>
        <a:solidFill>
          <a:srgbClr val="0047BB"/>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074A18E-502C-DB4D-BA62-03AE035E706E}">
      <dsp:nvSpPr>
        <dsp:cNvPr id="0" name=""/>
        <dsp:cNvSpPr/>
      </dsp:nvSpPr>
      <dsp:spPr>
        <a:xfrm>
          <a:off x="921296" y="1741804"/>
          <a:ext cx="4429128" cy="870902"/>
        </a:xfrm>
        <a:prstGeom prst="rect">
          <a:avLst/>
        </a:prstGeom>
        <a:noFill/>
        <a:ln w="12700" cap="flat" cmpd="sng" algn="ctr">
          <a:solidFill>
            <a:srgbClr val="1F74D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1279" tIns="30480" rIns="30480" bIns="30480" numCol="1" spcCol="1270" anchor="ctr" anchorCtr="0">
          <a:noAutofit/>
        </a:bodyPr>
        <a:lstStyle/>
        <a:p>
          <a:pPr marL="0" lvl="0" indent="0" algn="l" defTabSz="533400">
            <a:lnSpc>
              <a:spcPct val="90000"/>
            </a:lnSpc>
            <a:spcBef>
              <a:spcPct val="0"/>
            </a:spcBef>
            <a:spcAft>
              <a:spcPct val="35000"/>
            </a:spcAft>
            <a:buNone/>
          </a:pPr>
          <a:r>
            <a:rPr lang="en-GB" sz="1200" kern="1200" dirty="0">
              <a:solidFill>
                <a:schemeClr val="tx1"/>
              </a:solidFill>
            </a:rPr>
            <a:t>Enter a brief description here, no more than four lines</a:t>
          </a:r>
          <a:endParaRPr lang="en-US" sz="1200" kern="1200" dirty="0">
            <a:solidFill>
              <a:schemeClr val="tx1"/>
            </a:solidFill>
          </a:endParaRPr>
        </a:p>
      </dsp:txBody>
      <dsp:txXfrm>
        <a:off x="921296" y="1741804"/>
        <a:ext cx="4429128" cy="870902"/>
      </dsp:txXfrm>
    </dsp:sp>
    <dsp:sp modelId="{4BE8D82D-195B-C84E-9398-2A75F09B1F37}">
      <dsp:nvSpPr>
        <dsp:cNvPr id="0" name=""/>
        <dsp:cNvSpPr/>
      </dsp:nvSpPr>
      <dsp:spPr>
        <a:xfrm>
          <a:off x="376982" y="1632942"/>
          <a:ext cx="1088628" cy="1088628"/>
        </a:xfrm>
        <a:prstGeom prst="ellipse">
          <a:avLst/>
        </a:prstGeom>
        <a:solidFill>
          <a:srgbClr val="1F74DB"/>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19953AEF-683E-D545-B739-EDEB20CCD9CF}">
      <dsp:nvSpPr>
        <dsp:cNvPr id="0" name=""/>
        <dsp:cNvSpPr/>
      </dsp:nvSpPr>
      <dsp:spPr>
        <a:xfrm>
          <a:off x="604723" y="3048158"/>
          <a:ext cx="4745701" cy="870902"/>
        </a:xfrm>
        <a:prstGeom prst="rect">
          <a:avLst/>
        </a:prstGeom>
        <a:noFill/>
        <a:ln w="12700" cap="flat" cmpd="sng" algn="ctr">
          <a:solidFill>
            <a:srgbClr val="8CC8E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1279" tIns="30480" rIns="30480" bIns="30480" numCol="1" spcCol="1270" anchor="ctr" anchorCtr="0">
          <a:noAutofit/>
        </a:bodyPr>
        <a:lstStyle/>
        <a:p>
          <a:pPr marL="0" lvl="0" indent="0" algn="l" defTabSz="533400">
            <a:lnSpc>
              <a:spcPct val="90000"/>
            </a:lnSpc>
            <a:spcBef>
              <a:spcPct val="0"/>
            </a:spcBef>
            <a:spcAft>
              <a:spcPct val="35000"/>
            </a:spcAft>
            <a:buNone/>
          </a:pPr>
          <a:r>
            <a:rPr lang="en-GB" sz="1200" kern="1200" dirty="0">
              <a:solidFill>
                <a:schemeClr val="tx1"/>
              </a:solidFill>
            </a:rPr>
            <a:t>Enter a brief description here, no more than four lines</a:t>
          </a:r>
          <a:endParaRPr lang="en-US" sz="1200" kern="1200" dirty="0">
            <a:solidFill>
              <a:schemeClr val="tx1"/>
            </a:solidFill>
          </a:endParaRPr>
        </a:p>
      </dsp:txBody>
      <dsp:txXfrm>
        <a:off x="604723" y="3048158"/>
        <a:ext cx="4745701" cy="870902"/>
      </dsp:txXfrm>
    </dsp:sp>
    <dsp:sp modelId="{5F7FE918-C35A-724F-AF0B-17BA8000A579}">
      <dsp:nvSpPr>
        <dsp:cNvPr id="0" name=""/>
        <dsp:cNvSpPr/>
      </dsp:nvSpPr>
      <dsp:spPr>
        <a:xfrm>
          <a:off x="60409" y="2939295"/>
          <a:ext cx="1088628" cy="1088628"/>
        </a:xfrm>
        <a:prstGeom prst="ellipse">
          <a:avLst/>
        </a:prstGeom>
        <a:solidFill>
          <a:srgbClr val="8CC8E9"/>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0FCB1-B1DF-8548-B213-F54A276A102F}">
      <dsp:nvSpPr>
        <dsp:cNvPr id="0" name=""/>
        <dsp:cNvSpPr/>
      </dsp:nvSpPr>
      <dsp:spPr>
        <a:xfrm>
          <a:off x="1029408" y="501564"/>
          <a:ext cx="3351382" cy="3351382"/>
        </a:xfrm>
        <a:prstGeom prst="blockArc">
          <a:avLst>
            <a:gd name="adj1" fmla="val 10800000"/>
            <a:gd name="adj2" fmla="val 16200000"/>
            <a:gd name="adj3" fmla="val 4640"/>
          </a:avLst>
        </a:prstGeom>
        <a:solidFill>
          <a:srgbClr val="D0D3D4"/>
        </a:solidFill>
        <a:ln>
          <a:noFill/>
        </a:ln>
        <a:effectLst/>
      </dsp:spPr>
      <dsp:style>
        <a:lnRef idx="0">
          <a:scrgbClr r="0" g="0" b="0"/>
        </a:lnRef>
        <a:fillRef idx="1">
          <a:scrgbClr r="0" g="0" b="0"/>
        </a:fillRef>
        <a:effectRef idx="0">
          <a:scrgbClr r="0" g="0" b="0"/>
        </a:effectRef>
        <a:fontRef idx="minor">
          <a:schemeClr val="lt1"/>
        </a:fontRef>
      </dsp:style>
    </dsp:sp>
    <dsp:sp modelId="{4E9CA977-1D57-AB40-96B0-874AFE69F2D0}">
      <dsp:nvSpPr>
        <dsp:cNvPr id="0" name=""/>
        <dsp:cNvSpPr/>
      </dsp:nvSpPr>
      <dsp:spPr>
        <a:xfrm>
          <a:off x="1029408" y="501564"/>
          <a:ext cx="3351382" cy="3351382"/>
        </a:xfrm>
        <a:prstGeom prst="blockArc">
          <a:avLst>
            <a:gd name="adj1" fmla="val 5400000"/>
            <a:gd name="adj2" fmla="val 10800000"/>
            <a:gd name="adj3" fmla="val 4640"/>
          </a:avLst>
        </a:prstGeom>
        <a:solidFill>
          <a:srgbClr val="D0D3D4"/>
        </a:solidFill>
        <a:ln>
          <a:noFill/>
        </a:ln>
        <a:effectLst/>
      </dsp:spPr>
      <dsp:style>
        <a:lnRef idx="0">
          <a:scrgbClr r="0" g="0" b="0"/>
        </a:lnRef>
        <a:fillRef idx="1">
          <a:scrgbClr r="0" g="0" b="0"/>
        </a:fillRef>
        <a:effectRef idx="0">
          <a:scrgbClr r="0" g="0" b="0"/>
        </a:effectRef>
        <a:fontRef idx="minor">
          <a:schemeClr val="lt1"/>
        </a:fontRef>
      </dsp:style>
    </dsp:sp>
    <dsp:sp modelId="{7B0449CB-E7AC-744F-8A55-E5F1468BBAA6}">
      <dsp:nvSpPr>
        <dsp:cNvPr id="0" name=""/>
        <dsp:cNvSpPr/>
      </dsp:nvSpPr>
      <dsp:spPr>
        <a:xfrm>
          <a:off x="1029408" y="501564"/>
          <a:ext cx="3351382" cy="3351382"/>
        </a:xfrm>
        <a:prstGeom prst="blockArc">
          <a:avLst>
            <a:gd name="adj1" fmla="val 0"/>
            <a:gd name="adj2" fmla="val 5400000"/>
            <a:gd name="adj3" fmla="val 4640"/>
          </a:avLst>
        </a:prstGeom>
        <a:solidFill>
          <a:srgbClr val="D0D3D4"/>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sp>
    <dsp:sp modelId="{B32C64B6-76C6-214E-B93C-E306C8AD74A4}">
      <dsp:nvSpPr>
        <dsp:cNvPr id="0" name=""/>
        <dsp:cNvSpPr/>
      </dsp:nvSpPr>
      <dsp:spPr>
        <a:xfrm>
          <a:off x="1029408" y="501564"/>
          <a:ext cx="3351382" cy="3351382"/>
        </a:xfrm>
        <a:prstGeom prst="blockArc">
          <a:avLst>
            <a:gd name="adj1" fmla="val 16200000"/>
            <a:gd name="adj2" fmla="val 0"/>
            <a:gd name="adj3" fmla="val 4640"/>
          </a:avLst>
        </a:prstGeom>
        <a:solidFill>
          <a:srgbClr val="D0D3D4"/>
        </a:solidFill>
        <a:ln>
          <a:noFill/>
        </a:ln>
        <a:effectLst/>
      </dsp:spPr>
      <dsp:style>
        <a:lnRef idx="0">
          <a:scrgbClr r="0" g="0" b="0"/>
        </a:lnRef>
        <a:fillRef idx="1">
          <a:scrgbClr r="0" g="0" b="0"/>
        </a:fillRef>
        <a:effectRef idx="0">
          <a:scrgbClr r="0" g="0" b="0"/>
        </a:effectRef>
        <a:fontRef idx="minor">
          <a:schemeClr val="lt1"/>
        </a:fontRef>
      </dsp:style>
    </dsp:sp>
    <dsp:sp modelId="{07D279A9-F4B1-904C-B68D-3C58074A2432}">
      <dsp:nvSpPr>
        <dsp:cNvPr id="0" name=""/>
        <dsp:cNvSpPr/>
      </dsp:nvSpPr>
      <dsp:spPr>
        <a:xfrm>
          <a:off x="1933723" y="1405879"/>
          <a:ext cx="1542752" cy="154275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b="1" kern="1200" dirty="0"/>
            <a:t>Title</a:t>
          </a:r>
          <a:endParaRPr lang="en-US" sz="1600" b="1" kern="1200" dirty="0"/>
        </a:p>
      </dsp:txBody>
      <dsp:txXfrm>
        <a:off x="2159654" y="1631810"/>
        <a:ext cx="1090890" cy="1090890"/>
      </dsp:txXfrm>
    </dsp:sp>
    <dsp:sp modelId="{61CA4BF9-C882-A843-89DF-A02F4B8B0966}">
      <dsp:nvSpPr>
        <dsp:cNvPr id="0" name=""/>
        <dsp:cNvSpPr/>
      </dsp:nvSpPr>
      <dsp:spPr>
        <a:xfrm>
          <a:off x="2165136" y="478"/>
          <a:ext cx="1079926" cy="10799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Text</a:t>
          </a:r>
          <a:endParaRPr lang="en-US" sz="1200" kern="1200" dirty="0"/>
        </a:p>
      </dsp:txBody>
      <dsp:txXfrm>
        <a:off x="2323288" y="158630"/>
        <a:ext cx="763622" cy="763622"/>
      </dsp:txXfrm>
    </dsp:sp>
    <dsp:sp modelId="{E53B2DC6-09CF-EC4E-9E3C-D05900477DCA}">
      <dsp:nvSpPr>
        <dsp:cNvPr id="0" name=""/>
        <dsp:cNvSpPr/>
      </dsp:nvSpPr>
      <dsp:spPr>
        <a:xfrm>
          <a:off x="3801950" y="1637292"/>
          <a:ext cx="1079926" cy="10799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Text</a:t>
          </a:r>
          <a:endParaRPr lang="en-US" sz="1200" kern="1200" dirty="0"/>
        </a:p>
      </dsp:txBody>
      <dsp:txXfrm>
        <a:off x="3960102" y="1795444"/>
        <a:ext cx="763622" cy="763622"/>
      </dsp:txXfrm>
    </dsp:sp>
    <dsp:sp modelId="{4C824750-43AF-9E40-9A63-4239E2670593}">
      <dsp:nvSpPr>
        <dsp:cNvPr id="0" name=""/>
        <dsp:cNvSpPr/>
      </dsp:nvSpPr>
      <dsp:spPr>
        <a:xfrm>
          <a:off x="2165136" y="3274106"/>
          <a:ext cx="1079926" cy="10799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Text</a:t>
          </a:r>
        </a:p>
      </dsp:txBody>
      <dsp:txXfrm>
        <a:off x="2323288" y="3432258"/>
        <a:ext cx="763622" cy="763622"/>
      </dsp:txXfrm>
    </dsp:sp>
    <dsp:sp modelId="{A7357B3C-03CA-344F-A38C-5FC152C63423}">
      <dsp:nvSpPr>
        <dsp:cNvPr id="0" name=""/>
        <dsp:cNvSpPr/>
      </dsp:nvSpPr>
      <dsp:spPr>
        <a:xfrm>
          <a:off x="528322" y="1637292"/>
          <a:ext cx="1079926" cy="10799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Text</a:t>
          </a:r>
          <a:endParaRPr lang="en-US" sz="1200" kern="1200" dirty="0"/>
        </a:p>
      </dsp:txBody>
      <dsp:txXfrm>
        <a:off x="686474" y="1795444"/>
        <a:ext cx="763622" cy="7636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3B714D-4BDA-DB45-970A-095651DB4914}">
      <dsp:nvSpPr>
        <dsp:cNvPr id="0" name=""/>
        <dsp:cNvSpPr/>
      </dsp:nvSpPr>
      <dsp:spPr>
        <a:xfrm>
          <a:off x="0" y="2721798"/>
          <a:ext cx="5410200" cy="816813"/>
        </a:xfrm>
        <a:prstGeom prst="roundRect">
          <a:avLst>
            <a:gd name="adj" fmla="val 10000"/>
          </a:avLst>
        </a:prstGeom>
        <a:solidFill>
          <a:srgbClr val="D0D3D4">
            <a:alpha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p>
      </dsp:txBody>
      <dsp:txXfrm>
        <a:off x="0" y="2721798"/>
        <a:ext cx="1623060" cy="816813"/>
      </dsp:txXfrm>
    </dsp:sp>
    <dsp:sp modelId="{86A5FA10-E98E-8D4D-B395-6F37326AFC79}">
      <dsp:nvSpPr>
        <dsp:cNvPr id="0" name=""/>
        <dsp:cNvSpPr/>
      </dsp:nvSpPr>
      <dsp:spPr>
        <a:xfrm>
          <a:off x="0" y="1768849"/>
          <a:ext cx="5410200" cy="816813"/>
        </a:xfrm>
        <a:prstGeom prst="roundRect">
          <a:avLst>
            <a:gd name="adj" fmla="val 10000"/>
          </a:avLst>
        </a:prstGeom>
        <a:solidFill>
          <a:srgbClr val="D0D3D4">
            <a:alpha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p>
      </dsp:txBody>
      <dsp:txXfrm>
        <a:off x="0" y="1768849"/>
        <a:ext cx="1623060" cy="816813"/>
      </dsp:txXfrm>
    </dsp:sp>
    <dsp:sp modelId="{B39C5690-1BCE-034F-A9CE-FDE89D445627}">
      <dsp:nvSpPr>
        <dsp:cNvPr id="0" name=""/>
        <dsp:cNvSpPr/>
      </dsp:nvSpPr>
      <dsp:spPr>
        <a:xfrm>
          <a:off x="0" y="815900"/>
          <a:ext cx="5410200" cy="816813"/>
        </a:xfrm>
        <a:prstGeom prst="roundRect">
          <a:avLst>
            <a:gd name="adj" fmla="val 10000"/>
          </a:avLst>
        </a:prstGeom>
        <a:solidFill>
          <a:srgbClr val="D0D3D4">
            <a:alpha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p>
      </dsp:txBody>
      <dsp:txXfrm>
        <a:off x="0" y="815900"/>
        <a:ext cx="1623060" cy="816813"/>
      </dsp:txXfrm>
    </dsp:sp>
    <dsp:sp modelId="{F851C2CB-98EF-6742-B99E-0A5DAB2EF56D}">
      <dsp:nvSpPr>
        <dsp:cNvPr id="0" name=""/>
        <dsp:cNvSpPr/>
      </dsp:nvSpPr>
      <dsp:spPr>
        <a:xfrm>
          <a:off x="3283850" y="883968"/>
          <a:ext cx="1021016" cy="680677"/>
        </a:xfrm>
        <a:prstGeom prst="roundRect">
          <a:avLst>
            <a:gd name="adj" fmla="val 10000"/>
          </a:avLst>
        </a:prstGeom>
        <a:solidFill>
          <a:srgbClr val="141B4D"/>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3303786" y="903904"/>
        <a:ext cx="981144" cy="640805"/>
      </dsp:txXfrm>
    </dsp:sp>
    <dsp:sp modelId="{499A0EA4-C123-294C-B533-47D0F7063951}">
      <dsp:nvSpPr>
        <dsp:cNvPr id="0" name=""/>
        <dsp:cNvSpPr/>
      </dsp:nvSpPr>
      <dsp:spPr>
        <a:xfrm>
          <a:off x="2798867" y="1564645"/>
          <a:ext cx="995491" cy="272271"/>
        </a:xfrm>
        <a:custGeom>
          <a:avLst/>
          <a:gdLst/>
          <a:ahLst/>
          <a:cxnLst/>
          <a:rect l="0" t="0" r="0" b="0"/>
          <a:pathLst>
            <a:path>
              <a:moveTo>
                <a:pt x="995491" y="0"/>
              </a:moveTo>
              <a:lnTo>
                <a:pt x="995491" y="136135"/>
              </a:lnTo>
              <a:lnTo>
                <a:pt x="0" y="136135"/>
              </a:lnTo>
              <a:lnTo>
                <a:pt x="0" y="272271"/>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2771E56E-22E9-A94B-98FF-946F1BEF8546}">
      <dsp:nvSpPr>
        <dsp:cNvPr id="0" name=""/>
        <dsp:cNvSpPr/>
      </dsp:nvSpPr>
      <dsp:spPr>
        <a:xfrm>
          <a:off x="2288358" y="1836917"/>
          <a:ext cx="1021016" cy="680677"/>
        </a:xfrm>
        <a:prstGeom prst="roundRect">
          <a:avLst>
            <a:gd name="adj" fmla="val 10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2308294" y="1856853"/>
        <a:ext cx="981144" cy="640805"/>
      </dsp:txXfrm>
    </dsp:sp>
    <dsp:sp modelId="{83F37FBF-1512-3C4D-A5BB-12A9E6E847B9}">
      <dsp:nvSpPr>
        <dsp:cNvPr id="0" name=""/>
        <dsp:cNvSpPr/>
      </dsp:nvSpPr>
      <dsp:spPr>
        <a:xfrm>
          <a:off x="2135206" y="2517594"/>
          <a:ext cx="663660" cy="272271"/>
        </a:xfrm>
        <a:custGeom>
          <a:avLst/>
          <a:gdLst/>
          <a:ahLst/>
          <a:cxnLst/>
          <a:rect l="0" t="0" r="0" b="0"/>
          <a:pathLst>
            <a:path>
              <a:moveTo>
                <a:pt x="663660" y="0"/>
              </a:moveTo>
              <a:lnTo>
                <a:pt x="663660" y="136135"/>
              </a:lnTo>
              <a:lnTo>
                <a:pt x="0" y="136135"/>
              </a:lnTo>
              <a:lnTo>
                <a:pt x="0" y="272271"/>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899BFD2D-8F09-8F40-90DD-5E57857DA912}">
      <dsp:nvSpPr>
        <dsp:cNvPr id="0" name=""/>
        <dsp:cNvSpPr/>
      </dsp:nvSpPr>
      <dsp:spPr>
        <a:xfrm>
          <a:off x="1624697" y="2789866"/>
          <a:ext cx="1021016" cy="680677"/>
        </a:xfrm>
        <a:prstGeom prst="roundRect">
          <a:avLst>
            <a:gd name="adj" fmla="val 10000"/>
          </a:avLst>
        </a:prstGeom>
        <a:solidFill>
          <a:srgbClr val="1F74D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1644633" y="2809802"/>
        <a:ext cx="981144" cy="640805"/>
      </dsp:txXfrm>
    </dsp:sp>
    <dsp:sp modelId="{719AE472-7DFD-6D43-BFD4-D55077EDD339}">
      <dsp:nvSpPr>
        <dsp:cNvPr id="0" name=""/>
        <dsp:cNvSpPr/>
      </dsp:nvSpPr>
      <dsp:spPr>
        <a:xfrm>
          <a:off x="2798867" y="2517594"/>
          <a:ext cx="663660" cy="272271"/>
        </a:xfrm>
        <a:custGeom>
          <a:avLst/>
          <a:gdLst/>
          <a:ahLst/>
          <a:cxnLst/>
          <a:rect l="0" t="0" r="0" b="0"/>
          <a:pathLst>
            <a:path>
              <a:moveTo>
                <a:pt x="0" y="0"/>
              </a:moveTo>
              <a:lnTo>
                <a:pt x="0" y="136135"/>
              </a:lnTo>
              <a:lnTo>
                <a:pt x="663660" y="136135"/>
              </a:lnTo>
              <a:lnTo>
                <a:pt x="663660" y="272271"/>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6D3C39B6-E441-2047-AEF7-43C4DE8F2F1B}">
      <dsp:nvSpPr>
        <dsp:cNvPr id="0" name=""/>
        <dsp:cNvSpPr/>
      </dsp:nvSpPr>
      <dsp:spPr>
        <a:xfrm>
          <a:off x="2952019" y="2789866"/>
          <a:ext cx="1021016" cy="680677"/>
        </a:xfrm>
        <a:prstGeom prst="roundRect">
          <a:avLst>
            <a:gd name="adj" fmla="val 10000"/>
          </a:avLst>
        </a:prstGeom>
        <a:solidFill>
          <a:srgbClr val="1F74D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2971955" y="2809802"/>
        <a:ext cx="981144" cy="640805"/>
      </dsp:txXfrm>
    </dsp:sp>
    <dsp:sp modelId="{0D127B10-24A2-A841-9BEE-17E82409E1F0}">
      <dsp:nvSpPr>
        <dsp:cNvPr id="0" name=""/>
        <dsp:cNvSpPr/>
      </dsp:nvSpPr>
      <dsp:spPr>
        <a:xfrm>
          <a:off x="3794358" y="1564645"/>
          <a:ext cx="995491" cy="272271"/>
        </a:xfrm>
        <a:custGeom>
          <a:avLst/>
          <a:gdLst/>
          <a:ahLst/>
          <a:cxnLst/>
          <a:rect l="0" t="0" r="0" b="0"/>
          <a:pathLst>
            <a:path>
              <a:moveTo>
                <a:pt x="0" y="0"/>
              </a:moveTo>
              <a:lnTo>
                <a:pt x="0" y="136135"/>
              </a:lnTo>
              <a:lnTo>
                <a:pt x="995491" y="136135"/>
              </a:lnTo>
              <a:lnTo>
                <a:pt x="995491" y="272271"/>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EDD673F7-6E96-1F41-8B4C-78BE3BC448C4}">
      <dsp:nvSpPr>
        <dsp:cNvPr id="0" name=""/>
        <dsp:cNvSpPr/>
      </dsp:nvSpPr>
      <dsp:spPr>
        <a:xfrm>
          <a:off x="4279341" y="1836917"/>
          <a:ext cx="1021016" cy="680677"/>
        </a:xfrm>
        <a:prstGeom prst="roundRect">
          <a:avLst>
            <a:gd name="adj" fmla="val 10000"/>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4299277" y="1856853"/>
        <a:ext cx="981144" cy="640805"/>
      </dsp:txXfrm>
    </dsp:sp>
    <dsp:sp modelId="{6A9BF85D-6505-C54D-A814-0D4311A4BE50}">
      <dsp:nvSpPr>
        <dsp:cNvPr id="0" name=""/>
        <dsp:cNvSpPr/>
      </dsp:nvSpPr>
      <dsp:spPr>
        <a:xfrm>
          <a:off x="4744129" y="2517594"/>
          <a:ext cx="91440" cy="272271"/>
        </a:xfrm>
        <a:custGeom>
          <a:avLst/>
          <a:gdLst/>
          <a:ahLst/>
          <a:cxnLst/>
          <a:rect l="0" t="0" r="0" b="0"/>
          <a:pathLst>
            <a:path>
              <a:moveTo>
                <a:pt x="45720" y="0"/>
              </a:moveTo>
              <a:lnTo>
                <a:pt x="45720" y="272271"/>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18B58DD8-437C-BE48-AB59-4CF88FDCACD8}">
      <dsp:nvSpPr>
        <dsp:cNvPr id="0" name=""/>
        <dsp:cNvSpPr/>
      </dsp:nvSpPr>
      <dsp:spPr>
        <a:xfrm>
          <a:off x="4279341" y="2789866"/>
          <a:ext cx="1021016" cy="680677"/>
        </a:xfrm>
        <a:prstGeom prst="roundRect">
          <a:avLst>
            <a:gd name="adj" fmla="val 10000"/>
          </a:avLst>
        </a:prstGeom>
        <a:solidFill>
          <a:srgbClr val="1F74D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4299277" y="2809802"/>
        <a:ext cx="981144" cy="6408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6CF87-28D1-1340-BDDD-007AA07F77AB}">
      <dsp:nvSpPr>
        <dsp:cNvPr id="0" name=""/>
        <dsp:cNvSpPr/>
      </dsp:nvSpPr>
      <dsp:spPr>
        <a:xfrm>
          <a:off x="2539019" y="1449665"/>
          <a:ext cx="166080" cy="727590"/>
        </a:xfrm>
        <a:custGeom>
          <a:avLst/>
          <a:gdLst/>
          <a:ahLst/>
          <a:cxnLst/>
          <a:rect l="0" t="0" r="0" b="0"/>
          <a:pathLst>
            <a:path>
              <a:moveTo>
                <a:pt x="166080" y="0"/>
              </a:moveTo>
              <a:lnTo>
                <a:pt x="166080" y="727590"/>
              </a:lnTo>
              <a:lnTo>
                <a:pt x="0" y="727590"/>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70D2034A-360A-0646-986D-BEAAB8D697DE}">
      <dsp:nvSpPr>
        <dsp:cNvPr id="0" name=""/>
        <dsp:cNvSpPr/>
      </dsp:nvSpPr>
      <dsp:spPr>
        <a:xfrm>
          <a:off x="2705100" y="1449665"/>
          <a:ext cx="1913878" cy="1455180"/>
        </a:xfrm>
        <a:custGeom>
          <a:avLst/>
          <a:gdLst/>
          <a:ahLst/>
          <a:cxnLst/>
          <a:rect l="0" t="0" r="0" b="0"/>
          <a:pathLst>
            <a:path>
              <a:moveTo>
                <a:pt x="0" y="0"/>
              </a:moveTo>
              <a:lnTo>
                <a:pt x="0" y="1289099"/>
              </a:lnTo>
              <a:lnTo>
                <a:pt x="1913878" y="1289099"/>
              </a:lnTo>
              <a:lnTo>
                <a:pt x="1913878" y="1455180"/>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C7C7472F-46CA-B64A-B1F8-BBE38F529415}">
      <dsp:nvSpPr>
        <dsp:cNvPr id="0" name=""/>
        <dsp:cNvSpPr/>
      </dsp:nvSpPr>
      <dsp:spPr>
        <a:xfrm>
          <a:off x="2659380" y="1449665"/>
          <a:ext cx="91440" cy="1455180"/>
        </a:xfrm>
        <a:custGeom>
          <a:avLst/>
          <a:gdLst/>
          <a:ahLst/>
          <a:cxnLst/>
          <a:rect l="0" t="0" r="0" b="0"/>
          <a:pathLst>
            <a:path>
              <a:moveTo>
                <a:pt x="45720" y="0"/>
              </a:moveTo>
              <a:lnTo>
                <a:pt x="45720" y="14551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582354-6455-3447-840A-E811271E29D9}">
      <dsp:nvSpPr>
        <dsp:cNvPr id="0" name=""/>
        <dsp:cNvSpPr/>
      </dsp:nvSpPr>
      <dsp:spPr>
        <a:xfrm>
          <a:off x="791221" y="1449665"/>
          <a:ext cx="1913878" cy="1455180"/>
        </a:xfrm>
        <a:custGeom>
          <a:avLst/>
          <a:gdLst/>
          <a:ahLst/>
          <a:cxnLst/>
          <a:rect l="0" t="0" r="0" b="0"/>
          <a:pathLst>
            <a:path>
              <a:moveTo>
                <a:pt x="1913878" y="0"/>
              </a:moveTo>
              <a:lnTo>
                <a:pt x="1913878" y="1289099"/>
              </a:lnTo>
              <a:lnTo>
                <a:pt x="0" y="1289099"/>
              </a:lnTo>
              <a:lnTo>
                <a:pt x="0" y="1455180"/>
              </a:lnTo>
            </a:path>
          </a:pathLst>
        </a:custGeom>
        <a:noFill/>
        <a:ln w="12700" cap="flat" cmpd="sng" algn="ctr">
          <a:solidFill>
            <a:srgbClr val="171717"/>
          </a:solidFill>
          <a:prstDash val="solid"/>
          <a:miter lim="800000"/>
        </a:ln>
        <a:effectLst/>
      </dsp:spPr>
      <dsp:style>
        <a:lnRef idx="2">
          <a:scrgbClr r="0" g="0" b="0"/>
        </a:lnRef>
        <a:fillRef idx="0">
          <a:scrgbClr r="0" g="0" b="0"/>
        </a:fillRef>
        <a:effectRef idx="0">
          <a:scrgbClr r="0" g="0" b="0"/>
        </a:effectRef>
        <a:fontRef idx="minor"/>
      </dsp:style>
    </dsp:sp>
    <dsp:sp modelId="{D517D1E4-2BC3-B04A-9FAC-8A0AD0842928}">
      <dsp:nvSpPr>
        <dsp:cNvPr id="0" name=""/>
        <dsp:cNvSpPr/>
      </dsp:nvSpPr>
      <dsp:spPr>
        <a:xfrm>
          <a:off x="1914241" y="658807"/>
          <a:ext cx="1581717" cy="790858"/>
        </a:xfrm>
        <a:prstGeom prst="rect">
          <a:avLst/>
        </a:prstGeom>
        <a:solidFill>
          <a:srgbClr val="141B4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1914241" y="658807"/>
        <a:ext cx="1581717" cy="790858"/>
      </dsp:txXfrm>
    </dsp:sp>
    <dsp:sp modelId="{759F99A5-82B4-964D-A45A-A66AA576DC4F}">
      <dsp:nvSpPr>
        <dsp:cNvPr id="0" name=""/>
        <dsp:cNvSpPr/>
      </dsp:nvSpPr>
      <dsp:spPr>
        <a:xfrm>
          <a:off x="363" y="2904846"/>
          <a:ext cx="1581717" cy="7908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363" y="2904846"/>
        <a:ext cx="1581717" cy="790858"/>
      </dsp:txXfrm>
    </dsp:sp>
    <dsp:sp modelId="{DD9B3149-3C4B-784C-9BAF-8968D056493E}">
      <dsp:nvSpPr>
        <dsp:cNvPr id="0" name=""/>
        <dsp:cNvSpPr/>
      </dsp:nvSpPr>
      <dsp:spPr>
        <a:xfrm>
          <a:off x="1914241" y="2904846"/>
          <a:ext cx="1581717" cy="7908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1914241" y="2904846"/>
        <a:ext cx="1581717" cy="790858"/>
      </dsp:txXfrm>
    </dsp:sp>
    <dsp:sp modelId="{E5136DD1-9D94-BB41-969A-12B2F0E75C25}">
      <dsp:nvSpPr>
        <dsp:cNvPr id="0" name=""/>
        <dsp:cNvSpPr/>
      </dsp:nvSpPr>
      <dsp:spPr>
        <a:xfrm>
          <a:off x="3828119" y="2904846"/>
          <a:ext cx="1581717" cy="79085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3828119" y="2904846"/>
        <a:ext cx="1581717" cy="790858"/>
      </dsp:txXfrm>
    </dsp:sp>
    <dsp:sp modelId="{79EDF2AB-801E-D64E-B939-05258E8C4BD6}">
      <dsp:nvSpPr>
        <dsp:cNvPr id="0" name=""/>
        <dsp:cNvSpPr/>
      </dsp:nvSpPr>
      <dsp:spPr>
        <a:xfrm>
          <a:off x="957302" y="1781826"/>
          <a:ext cx="1581717" cy="790858"/>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en-US" sz="1200" kern="1200" dirty="0"/>
        </a:p>
      </dsp:txBody>
      <dsp:txXfrm>
        <a:off x="957302" y="1781826"/>
        <a:ext cx="1581717" cy="790858"/>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0.33843</cdr:x>
      <cdr:y>0.26596</cdr:y>
    </cdr:from>
    <cdr:to>
      <cdr:x>0.6576</cdr:x>
      <cdr:y>0.7258</cdr:y>
    </cdr:to>
    <cdr:sp macro="" textlink="">
      <cdr:nvSpPr>
        <cdr:cNvPr id="2" name="TextBox 1">
          <a:extLst xmlns:a="http://schemas.openxmlformats.org/drawingml/2006/main">
            <a:ext uri="{FF2B5EF4-FFF2-40B4-BE49-F238E27FC236}">
              <a16:creationId xmlns:a16="http://schemas.microsoft.com/office/drawing/2014/main" id="{1D532A08-4693-4634-A808-64A5884E0413}"/>
            </a:ext>
          </a:extLst>
        </cdr:cNvPr>
        <cdr:cNvSpPr txBox="1"/>
      </cdr:nvSpPr>
      <cdr:spPr>
        <a:xfrm xmlns:a="http://schemas.openxmlformats.org/drawingml/2006/main">
          <a:off x="2239282" y="1215118"/>
          <a:ext cx="2111829" cy="2100943"/>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nchor="ctr">
          <a:noAutofit/>
        </a:bodyPr>
        <a:lstStyle xmlns:a="http://schemas.openxmlformats.org/drawingml/2006/main"/>
        <a:p xmlns:a="http://schemas.openxmlformats.org/drawingml/2006/main">
          <a:pPr algn="ctr">
            <a:lnSpc>
              <a:spcPct val="90000"/>
            </a:lnSpc>
          </a:pPr>
          <a:r>
            <a:rPr lang="en-GB" sz="2400" dirty="0">
              <a:solidFill>
                <a:schemeClr val="bg1"/>
              </a:solidFill>
            </a:rPr>
            <a:t>00%</a:t>
          </a:r>
        </a:p>
      </cdr:txBody>
    </cdr:sp>
  </cdr:relSizeAnchor>
</c:userShapes>
</file>

<file path=ppt/drawings/drawing2.xml><?xml version="1.0" encoding="utf-8"?>
<c:userShapes xmlns:c="http://schemas.openxmlformats.org/drawingml/2006/chart">
  <cdr:relSizeAnchor xmlns:cdr="http://schemas.openxmlformats.org/drawingml/2006/chartDrawing">
    <cdr:from>
      <cdr:x>0.33843</cdr:x>
      <cdr:y>0.26596</cdr:y>
    </cdr:from>
    <cdr:to>
      <cdr:x>0.6576</cdr:x>
      <cdr:y>0.7258</cdr:y>
    </cdr:to>
    <cdr:sp macro="" textlink="">
      <cdr:nvSpPr>
        <cdr:cNvPr id="2" name="TextBox 1">
          <a:extLst xmlns:a="http://schemas.openxmlformats.org/drawingml/2006/main">
            <a:ext uri="{FF2B5EF4-FFF2-40B4-BE49-F238E27FC236}">
              <a16:creationId xmlns:a16="http://schemas.microsoft.com/office/drawing/2014/main" id="{1D532A08-4693-4634-A808-64A5884E0413}"/>
            </a:ext>
          </a:extLst>
        </cdr:cNvPr>
        <cdr:cNvSpPr txBox="1"/>
      </cdr:nvSpPr>
      <cdr:spPr>
        <a:xfrm xmlns:a="http://schemas.openxmlformats.org/drawingml/2006/main">
          <a:off x="2239282" y="1215118"/>
          <a:ext cx="2111829" cy="2100943"/>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nchor="ctr">
          <a:noAutofit/>
        </a:bodyPr>
        <a:lstStyle xmlns:a="http://schemas.openxmlformats.org/drawingml/2006/main"/>
        <a:p xmlns:a="http://schemas.openxmlformats.org/drawingml/2006/main">
          <a:pPr algn="ctr">
            <a:lnSpc>
              <a:spcPct val="90000"/>
            </a:lnSpc>
          </a:pPr>
          <a:r>
            <a:rPr lang="en-GB" sz="2400" dirty="0">
              <a:solidFill>
                <a:schemeClr val="bg1"/>
              </a:solidFill>
            </a:rPr>
            <a:t>00%</a:t>
          </a:r>
        </a:p>
      </cdr:txBody>
    </cdr:sp>
  </cdr:relSizeAnchor>
</c:userShapes>
</file>

<file path=ppt/drawings/drawing3.xml><?xml version="1.0" encoding="utf-8"?>
<c:userShapes xmlns:c="http://schemas.openxmlformats.org/drawingml/2006/chart">
  <cdr:relSizeAnchor xmlns:cdr="http://schemas.openxmlformats.org/drawingml/2006/chartDrawing">
    <cdr:from>
      <cdr:x>0.43264</cdr:x>
      <cdr:y>0.27415</cdr:y>
    </cdr:from>
    <cdr:to>
      <cdr:x>0.72439</cdr:x>
      <cdr:y>0.62926</cdr:y>
    </cdr:to>
    <cdr:sp macro="" textlink="">
      <cdr:nvSpPr>
        <cdr:cNvPr id="3" name="TextBox 2">
          <a:extLst xmlns:a="http://schemas.openxmlformats.org/drawingml/2006/main">
            <a:ext uri="{FF2B5EF4-FFF2-40B4-BE49-F238E27FC236}">
              <a16:creationId xmlns:a16="http://schemas.microsoft.com/office/drawing/2014/main" id="{6875D277-094D-4250-93FA-EE296A03FA46}"/>
            </a:ext>
          </a:extLst>
        </cdr:cNvPr>
        <cdr:cNvSpPr txBox="1"/>
      </cdr:nvSpPr>
      <cdr:spPr>
        <a:xfrm xmlns:a="http://schemas.openxmlformats.org/drawingml/2006/main">
          <a:off x="2340655" y="1193346"/>
          <a:ext cx="1578430" cy="1545772"/>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nchor="ctr">
          <a:noAutofit/>
        </a:bodyPr>
        <a:lstStyle xmlns:a="http://schemas.openxmlformats.org/drawingml/2006/main"/>
        <a:p xmlns:a="http://schemas.openxmlformats.org/drawingml/2006/main">
          <a:pPr algn="ctr">
            <a:lnSpc>
              <a:spcPct val="112000"/>
            </a:lnSpc>
          </a:pPr>
          <a:r>
            <a:rPr lang="en-GB" sz="1200" dirty="0">
              <a:solidFill>
                <a:schemeClr val="tx1"/>
              </a:solidFill>
            </a:rPr>
            <a:t>Data point</a:t>
          </a:r>
        </a:p>
        <a:p xmlns:a="http://schemas.openxmlformats.org/drawingml/2006/main">
          <a:pPr algn="ctr">
            <a:lnSpc>
              <a:spcPct val="112000"/>
            </a:lnSpc>
          </a:pPr>
          <a:r>
            <a:rPr lang="en-GB" sz="1200" dirty="0">
              <a:solidFill>
                <a:schemeClr val="tx1"/>
              </a:solidFill>
            </a:rPr>
            <a: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29356-C1FA-45A0-BCA7-659F2496F3ED}" type="datetimeFigureOut">
              <a:rPr lang="en-GB" smtClean="0"/>
              <a:t>05/10/2023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79E8F-4D26-495F-B929-7EA6B1E45931}" type="slidenum">
              <a:rPr lang="en-GB" smtClean="0"/>
              <a:t>‹#›</a:t>
            </a:fld>
            <a:endParaRPr lang="en-GB"/>
          </a:p>
        </p:txBody>
      </p:sp>
    </p:spTree>
    <p:extLst>
      <p:ext uri="{BB962C8B-B14F-4D97-AF65-F5344CB8AC3E}">
        <p14:creationId xmlns:p14="http://schemas.microsoft.com/office/powerpoint/2010/main" val="4226449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479E8F-4D26-495F-B929-7EA6B1E45931}" type="slidenum">
              <a:rPr lang="en-GB" smtClean="0"/>
              <a:t>27</a:t>
            </a:fld>
            <a:endParaRPr lang="en-GB"/>
          </a:p>
        </p:txBody>
      </p:sp>
    </p:spTree>
    <p:extLst>
      <p:ext uri="{BB962C8B-B14F-4D97-AF65-F5344CB8AC3E}">
        <p14:creationId xmlns:p14="http://schemas.microsoft.com/office/powerpoint/2010/main" val="3334541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479E8F-4D26-495F-B929-7EA6B1E45931}" type="slidenum">
              <a:rPr lang="en-GB" smtClean="0"/>
              <a:t>28</a:t>
            </a:fld>
            <a:endParaRPr lang="en-GB"/>
          </a:p>
        </p:txBody>
      </p:sp>
    </p:spTree>
    <p:extLst>
      <p:ext uri="{BB962C8B-B14F-4D97-AF65-F5344CB8AC3E}">
        <p14:creationId xmlns:p14="http://schemas.microsoft.com/office/powerpoint/2010/main" val="12304736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pic>
        <p:nvPicPr>
          <p:cNvPr id="24" name="Background image">
            <a:extLst>
              <a:ext uri="{FF2B5EF4-FFF2-40B4-BE49-F238E27FC236}">
                <a16:creationId xmlns:a16="http://schemas.microsoft.com/office/drawing/2014/main" id="{679CA6D4-DB00-455E-AC6F-BE50491FE77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8" name="Title 1">
            <a:extLst>
              <a:ext uri="{FF2B5EF4-FFF2-40B4-BE49-F238E27FC236}">
                <a16:creationId xmlns:a16="http://schemas.microsoft.com/office/drawing/2014/main" id="{01BB3325-8865-A24E-9E0E-637AE1E66BD2}"/>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dirty="0"/>
          </a:p>
        </p:txBody>
      </p:sp>
      <p:sp>
        <p:nvSpPr>
          <p:cNvPr id="30" name="Subtitle or Presenter">
            <a:extLst>
              <a:ext uri="{FF2B5EF4-FFF2-40B4-BE49-F238E27FC236}">
                <a16:creationId xmlns:a16="http://schemas.microsoft.com/office/drawing/2014/main" id="{D204E043-1025-EC48-829B-ABB5DBC0382E}"/>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 or </a:t>
            </a:r>
            <a:br>
              <a:rPr lang="en-US" dirty="0"/>
            </a:br>
            <a:r>
              <a:rPr lang="en-US" dirty="0"/>
              <a:t>Presenter</a:t>
            </a:r>
          </a:p>
        </p:txBody>
      </p:sp>
      <p:sp>
        <p:nvSpPr>
          <p:cNvPr id="31" name="Date">
            <a:extLst>
              <a:ext uri="{FF2B5EF4-FFF2-40B4-BE49-F238E27FC236}">
                <a16:creationId xmlns:a16="http://schemas.microsoft.com/office/drawing/2014/main" id="{9773E334-7E20-F144-8F18-14E3714D2AFC}"/>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Date</a:t>
            </a:r>
          </a:p>
        </p:txBody>
      </p:sp>
      <p:sp>
        <p:nvSpPr>
          <p:cNvPr id="32" name="Text Placeholder 2">
            <a:extLst>
              <a:ext uri="{FF2B5EF4-FFF2-40B4-BE49-F238E27FC236}">
                <a16:creationId xmlns:a16="http://schemas.microsoft.com/office/drawing/2014/main" id="{7E85BCEA-7262-134E-BA8E-1744D7C90553}"/>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dirty="0"/>
              <a:t>Department name</a:t>
            </a:r>
          </a:p>
        </p:txBody>
      </p:sp>
      <p:pic>
        <p:nvPicPr>
          <p:cNvPr id="3" name="Picture 2" descr="Nationwide reversed color version logo&#10;">
            <a:extLst>
              <a:ext uri="{FF2B5EF4-FFF2-40B4-BE49-F238E27FC236}">
                <a16:creationId xmlns:a16="http://schemas.microsoft.com/office/drawing/2014/main" id="{83B21408-DA39-E372-9ABA-32E7F837B77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5495" y="4023363"/>
            <a:ext cx="2410477" cy="2369965"/>
          </a:xfrm>
          <a:prstGeom prst="rect">
            <a:avLst/>
          </a:prstGeom>
        </p:spPr>
      </p:pic>
    </p:spTree>
    <p:extLst>
      <p:ext uri="{BB962C8B-B14F-4D97-AF65-F5344CB8AC3E}">
        <p14:creationId xmlns:p14="http://schemas.microsoft.com/office/powerpoint/2010/main" val="3046624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064BF798-CC9D-1541-AE53-488C61F2485D}"/>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887F432A-F08B-8646-A608-A83C0ED4197F}"/>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47108310-CF70-E041-8559-0BBAF0A3E134}"/>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A038E46F-6542-8F48-8D1E-77199F5A3A3A}"/>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ABC9D15F-1D25-9E4E-B017-768D600F683C}"/>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B0236B60-1C06-F348-8743-A7C0E65DF510}"/>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E1C17EF2-C7D9-9344-BDB1-DDA24E4F190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CCA3B6EB-815A-334B-8E70-FB8652A02710}"/>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27A18704-879D-8744-9C0D-F54620CCA762}"/>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F5E330D9-FE00-A242-BEC0-C973C41E8D0B}"/>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A2D8D6AA-29B1-A049-A99F-0AA28E5F7D7A}"/>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49A31F80-755A-1941-8AA3-AAAA2F4557B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C7694B31-931B-F648-8678-62120664A596}"/>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CBC5FEF1-7BF4-A748-BB3A-66A641499B4E}"/>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93802D51-B7EE-2847-9135-A91396ADE95E}"/>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0B104E08-0240-0A4C-8DC6-02A087EB8856}"/>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576B74ED-9E8B-1F46-9FE9-A8B1E73E4571}"/>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030EBA72-A689-6944-90E7-3CCAAB129BDE}"/>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8621F305-98E4-E64E-9F5B-71DA3F4C5C35}"/>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B04C2562-36C8-8645-A4B2-E7406D4114B4}"/>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dirty="0"/>
          </a:p>
        </p:txBody>
      </p:sp>
      <p:sp>
        <p:nvSpPr>
          <p:cNvPr id="51" name="Subtitle or Presenter">
            <a:extLst>
              <a:ext uri="{FF2B5EF4-FFF2-40B4-BE49-F238E27FC236}">
                <a16:creationId xmlns:a16="http://schemas.microsoft.com/office/drawing/2014/main" id="{789D8E62-33B3-2045-8FEF-D6793724C3D6}"/>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 or </a:t>
            </a:r>
            <a:br>
              <a:rPr lang="en-US" dirty="0"/>
            </a:br>
            <a:r>
              <a:rPr lang="en-US" dirty="0"/>
              <a:t>Presenter</a:t>
            </a:r>
          </a:p>
        </p:txBody>
      </p:sp>
      <p:sp>
        <p:nvSpPr>
          <p:cNvPr id="52" name="Date">
            <a:extLst>
              <a:ext uri="{FF2B5EF4-FFF2-40B4-BE49-F238E27FC236}">
                <a16:creationId xmlns:a16="http://schemas.microsoft.com/office/drawing/2014/main" id="{95F79650-8182-B543-B527-F522E2826479}"/>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Date</a:t>
            </a:r>
          </a:p>
        </p:txBody>
      </p:sp>
      <p:sp>
        <p:nvSpPr>
          <p:cNvPr id="53" name="Text Placeholder 2">
            <a:extLst>
              <a:ext uri="{FF2B5EF4-FFF2-40B4-BE49-F238E27FC236}">
                <a16:creationId xmlns:a16="http://schemas.microsoft.com/office/drawing/2014/main" id="{0339F107-8E86-5543-A4D9-13E4466695F4}"/>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dirty="0"/>
              <a:t>Department name</a:t>
            </a:r>
          </a:p>
        </p:txBody>
      </p:sp>
    </p:spTree>
    <p:extLst>
      <p:ext uri="{BB962C8B-B14F-4D97-AF65-F5344CB8AC3E}">
        <p14:creationId xmlns:p14="http://schemas.microsoft.com/office/powerpoint/2010/main" val="1466983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4AB28DA-8311-4C87-A270-A26F9574C9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26" name="Nationwide logo" descr="Nationwide is on your side">
            <a:extLst>
              <a:ext uri="{FF2B5EF4-FFF2-40B4-BE49-F238E27FC236}">
                <a16:creationId xmlns:a16="http://schemas.microsoft.com/office/drawing/2014/main" id="{746CECC4-0A48-724D-9DE8-9BE917B1CCF3}"/>
              </a:ext>
            </a:extLst>
          </p:cNvPr>
          <p:cNvGrpSpPr>
            <a:grpSpLocks noChangeAspect="1"/>
          </p:cNvGrpSpPr>
          <p:nvPr userDrawn="1"/>
        </p:nvGrpSpPr>
        <p:grpSpPr bwMode="auto">
          <a:xfrm>
            <a:off x="9483954" y="4094268"/>
            <a:ext cx="1991009" cy="1986618"/>
            <a:chOff x="2464" y="1494"/>
            <a:chExt cx="2267" cy="2262"/>
          </a:xfrm>
          <a:solidFill>
            <a:schemeClr val="bg1"/>
          </a:solidFill>
        </p:grpSpPr>
        <p:sp>
          <p:nvSpPr>
            <p:cNvPr id="27" name="Oval 26">
              <a:extLst>
                <a:ext uri="{FF2B5EF4-FFF2-40B4-BE49-F238E27FC236}">
                  <a16:creationId xmlns:a16="http://schemas.microsoft.com/office/drawing/2014/main" id="{500EB822-4111-2847-B3A2-1359C1D5DA7E}"/>
                </a:ext>
              </a:extLst>
            </p:cNvPr>
            <p:cNvSpPr>
              <a:spLocks noChangeArrowheads="1"/>
            </p:cNvSpPr>
            <p:nvPr userDrawn="1"/>
          </p:nvSpPr>
          <p:spPr bwMode="auto">
            <a:xfrm>
              <a:off x="3170" y="3451"/>
              <a:ext cx="70"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Oval 27">
              <a:extLst>
                <a:ext uri="{FF2B5EF4-FFF2-40B4-BE49-F238E27FC236}">
                  <a16:creationId xmlns:a16="http://schemas.microsoft.com/office/drawing/2014/main" id="{19422B8E-4042-CB44-9F86-7E9AD2FC0571}"/>
                </a:ext>
              </a:extLst>
            </p:cNvPr>
            <p:cNvSpPr>
              <a:spLocks noChangeArrowheads="1"/>
            </p:cNvSpPr>
            <p:nvPr userDrawn="1"/>
          </p:nvSpPr>
          <p:spPr bwMode="auto">
            <a:xfrm>
              <a:off x="4070" y="3451"/>
              <a:ext cx="71" cy="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8">
              <a:extLst>
                <a:ext uri="{FF2B5EF4-FFF2-40B4-BE49-F238E27FC236}">
                  <a16:creationId xmlns:a16="http://schemas.microsoft.com/office/drawing/2014/main" id="{4EEF6F4E-A015-DF4B-940D-0C781730157B}"/>
                </a:ext>
              </a:extLst>
            </p:cNvPr>
            <p:cNvSpPr>
              <a:spLocks noEditPoints="1"/>
            </p:cNvSpPr>
            <p:nvPr userDrawn="1"/>
          </p:nvSpPr>
          <p:spPr bwMode="auto">
            <a:xfrm>
              <a:off x="2771" y="3538"/>
              <a:ext cx="191" cy="218"/>
            </a:xfrm>
            <a:custGeom>
              <a:avLst/>
              <a:gdLst>
                <a:gd name="T0" fmla="*/ 770 w 770"/>
                <a:gd name="T1" fmla="*/ 353 h 881"/>
                <a:gd name="T2" fmla="*/ 770 w 770"/>
                <a:gd name="T3" fmla="*/ 857 h 881"/>
                <a:gd name="T4" fmla="*/ 550 w 770"/>
                <a:gd name="T5" fmla="*/ 857 h 881"/>
                <a:gd name="T6" fmla="*/ 550 w 770"/>
                <a:gd name="T7" fmla="*/ 772 h 881"/>
                <a:gd name="T8" fmla="*/ 310 w 770"/>
                <a:gd name="T9" fmla="*/ 876 h 881"/>
                <a:gd name="T10" fmla="*/ 0 w 770"/>
                <a:gd name="T11" fmla="*/ 617 h 881"/>
                <a:gd name="T12" fmla="*/ 514 w 770"/>
                <a:gd name="T13" fmla="*/ 320 h 881"/>
                <a:gd name="T14" fmla="*/ 543 w 770"/>
                <a:gd name="T15" fmla="*/ 320 h 881"/>
                <a:gd name="T16" fmla="*/ 379 w 770"/>
                <a:gd name="T17" fmla="*/ 190 h 881"/>
                <a:gd name="T18" fmla="*/ 155 w 770"/>
                <a:gd name="T19" fmla="*/ 270 h 881"/>
                <a:gd name="T20" fmla="*/ 22 w 770"/>
                <a:gd name="T21" fmla="*/ 137 h 881"/>
                <a:gd name="T22" fmla="*/ 385 w 770"/>
                <a:gd name="T23" fmla="*/ 0 h 881"/>
                <a:gd name="T24" fmla="*/ 682 w 770"/>
                <a:gd name="T25" fmla="*/ 91 h 881"/>
                <a:gd name="T26" fmla="*/ 770 w 770"/>
                <a:gd name="T27" fmla="*/ 353 h 881"/>
                <a:gd name="T28" fmla="*/ 543 w 770"/>
                <a:gd name="T29" fmla="*/ 493 h 881"/>
                <a:gd name="T30" fmla="*/ 521 w 770"/>
                <a:gd name="T31" fmla="*/ 493 h 881"/>
                <a:gd name="T32" fmla="*/ 326 w 770"/>
                <a:gd name="T33" fmla="*/ 516 h 881"/>
                <a:gd name="T34" fmla="*/ 241 w 770"/>
                <a:gd name="T35" fmla="*/ 602 h 881"/>
                <a:gd name="T36" fmla="*/ 356 w 770"/>
                <a:gd name="T37" fmla="*/ 689 h 881"/>
                <a:gd name="T38" fmla="*/ 543 w 770"/>
                <a:gd name="T39" fmla="*/ 519 h 881"/>
                <a:gd name="T40" fmla="*/ 543 w 770"/>
                <a:gd name="T41" fmla="*/ 493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0" h="881">
                  <a:moveTo>
                    <a:pt x="770" y="353"/>
                  </a:moveTo>
                  <a:cubicBezTo>
                    <a:pt x="770" y="857"/>
                    <a:pt x="770" y="857"/>
                    <a:pt x="770" y="857"/>
                  </a:cubicBezTo>
                  <a:cubicBezTo>
                    <a:pt x="550" y="857"/>
                    <a:pt x="550" y="857"/>
                    <a:pt x="550" y="857"/>
                  </a:cubicBezTo>
                  <a:cubicBezTo>
                    <a:pt x="550" y="772"/>
                    <a:pt x="550" y="772"/>
                    <a:pt x="550" y="772"/>
                  </a:cubicBezTo>
                  <a:cubicBezTo>
                    <a:pt x="492" y="834"/>
                    <a:pt x="421" y="873"/>
                    <a:pt x="310" y="876"/>
                  </a:cubicBezTo>
                  <a:cubicBezTo>
                    <a:pt x="137" y="881"/>
                    <a:pt x="0" y="775"/>
                    <a:pt x="0" y="617"/>
                  </a:cubicBezTo>
                  <a:cubicBezTo>
                    <a:pt x="0" y="373"/>
                    <a:pt x="260" y="320"/>
                    <a:pt x="514" y="320"/>
                  </a:cubicBezTo>
                  <a:cubicBezTo>
                    <a:pt x="543" y="320"/>
                    <a:pt x="543" y="320"/>
                    <a:pt x="543" y="320"/>
                  </a:cubicBezTo>
                  <a:cubicBezTo>
                    <a:pt x="543" y="252"/>
                    <a:pt x="513" y="190"/>
                    <a:pt x="379" y="190"/>
                  </a:cubicBezTo>
                  <a:cubicBezTo>
                    <a:pt x="287" y="190"/>
                    <a:pt x="210" y="219"/>
                    <a:pt x="155" y="270"/>
                  </a:cubicBezTo>
                  <a:cubicBezTo>
                    <a:pt x="22" y="137"/>
                    <a:pt x="22" y="137"/>
                    <a:pt x="22" y="137"/>
                  </a:cubicBezTo>
                  <a:cubicBezTo>
                    <a:pt x="113" y="46"/>
                    <a:pt x="242" y="0"/>
                    <a:pt x="385" y="0"/>
                  </a:cubicBezTo>
                  <a:cubicBezTo>
                    <a:pt x="526" y="0"/>
                    <a:pt x="604" y="20"/>
                    <a:pt x="682" y="91"/>
                  </a:cubicBezTo>
                  <a:cubicBezTo>
                    <a:pt x="757" y="158"/>
                    <a:pt x="770" y="283"/>
                    <a:pt x="770" y="353"/>
                  </a:cubicBezTo>
                  <a:moveTo>
                    <a:pt x="543" y="493"/>
                  </a:moveTo>
                  <a:cubicBezTo>
                    <a:pt x="521" y="493"/>
                    <a:pt x="521" y="493"/>
                    <a:pt x="521" y="493"/>
                  </a:cubicBezTo>
                  <a:cubicBezTo>
                    <a:pt x="484" y="493"/>
                    <a:pt x="394" y="498"/>
                    <a:pt x="326" y="516"/>
                  </a:cubicBezTo>
                  <a:cubicBezTo>
                    <a:pt x="280" y="529"/>
                    <a:pt x="241" y="560"/>
                    <a:pt x="241" y="602"/>
                  </a:cubicBezTo>
                  <a:cubicBezTo>
                    <a:pt x="241" y="663"/>
                    <a:pt x="301" y="689"/>
                    <a:pt x="356" y="689"/>
                  </a:cubicBezTo>
                  <a:cubicBezTo>
                    <a:pt x="473" y="689"/>
                    <a:pt x="543" y="615"/>
                    <a:pt x="543" y="519"/>
                  </a:cubicBezTo>
                  <a:lnTo>
                    <a:pt x="543" y="4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9">
              <a:extLst>
                <a:ext uri="{FF2B5EF4-FFF2-40B4-BE49-F238E27FC236}">
                  <a16:creationId xmlns:a16="http://schemas.microsoft.com/office/drawing/2014/main" id="{33E57ED8-1DDF-334D-BC51-56C7A35A5D58}"/>
                </a:ext>
              </a:extLst>
            </p:cNvPr>
            <p:cNvSpPr>
              <a:spLocks/>
            </p:cNvSpPr>
            <p:nvPr userDrawn="1"/>
          </p:nvSpPr>
          <p:spPr bwMode="auto">
            <a:xfrm>
              <a:off x="2983" y="3477"/>
              <a:ext cx="154" cy="278"/>
            </a:xfrm>
            <a:custGeom>
              <a:avLst/>
              <a:gdLst>
                <a:gd name="T0" fmla="*/ 401 w 622"/>
                <a:gd name="T1" fmla="*/ 264 h 1120"/>
                <a:gd name="T2" fmla="*/ 401 w 622"/>
                <a:gd name="T3" fmla="*/ 0 h 1120"/>
                <a:gd name="T4" fmla="*/ 163 w 622"/>
                <a:gd name="T5" fmla="*/ 0 h 1120"/>
                <a:gd name="T6" fmla="*/ 163 w 622"/>
                <a:gd name="T7" fmla="*/ 264 h 1120"/>
                <a:gd name="T8" fmla="*/ 0 w 622"/>
                <a:gd name="T9" fmla="*/ 264 h 1120"/>
                <a:gd name="T10" fmla="*/ 0 w 622"/>
                <a:gd name="T11" fmla="*/ 463 h 1120"/>
                <a:gd name="T12" fmla="*/ 163 w 622"/>
                <a:gd name="T13" fmla="*/ 463 h 1120"/>
                <a:gd name="T14" fmla="*/ 163 w 622"/>
                <a:gd name="T15" fmla="*/ 818 h 1120"/>
                <a:gd name="T16" fmla="*/ 231 w 622"/>
                <a:gd name="T17" fmla="*/ 1055 h 1120"/>
                <a:gd name="T18" fmla="*/ 444 w 622"/>
                <a:gd name="T19" fmla="*/ 1120 h 1120"/>
                <a:gd name="T20" fmla="*/ 622 w 622"/>
                <a:gd name="T21" fmla="*/ 1086 h 1120"/>
                <a:gd name="T22" fmla="*/ 622 w 622"/>
                <a:gd name="T23" fmla="*/ 898 h 1120"/>
                <a:gd name="T24" fmla="*/ 494 w 622"/>
                <a:gd name="T25" fmla="*/ 915 h 1120"/>
                <a:gd name="T26" fmla="*/ 401 w 622"/>
                <a:gd name="T27" fmla="*/ 807 h 1120"/>
                <a:gd name="T28" fmla="*/ 401 w 622"/>
                <a:gd name="T29" fmla="*/ 463 h 1120"/>
                <a:gd name="T30" fmla="*/ 622 w 622"/>
                <a:gd name="T31" fmla="*/ 463 h 1120"/>
                <a:gd name="T32" fmla="*/ 622 w 622"/>
                <a:gd name="T33" fmla="*/ 264 h 1120"/>
                <a:gd name="T34" fmla="*/ 401 w 622"/>
                <a:gd name="T35" fmla="*/ 264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2" h="1120">
                  <a:moveTo>
                    <a:pt x="401" y="264"/>
                  </a:moveTo>
                  <a:cubicBezTo>
                    <a:pt x="401" y="0"/>
                    <a:pt x="401" y="0"/>
                    <a:pt x="401" y="0"/>
                  </a:cubicBezTo>
                  <a:cubicBezTo>
                    <a:pt x="163" y="0"/>
                    <a:pt x="163" y="0"/>
                    <a:pt x="163" y="0"/>
                  </a:cubicBezTo>
                  <a:cubicBezTo>
                    <a:pt x="163" y="264"/>
                    <a:pt x="163" y="264"/>
                    <a:pt x="163" y="264"/>
                  </a:cubicBezTo>
                  <a:cubicBezTo>
                    <a:pt x="0" y="264"/>
                    <a:pt x="0" y="264"/>
                    <a:pt x="0" y="264"/>
                  </a:cubicBezTo>
                  <a:cubicBezTo>
                    <a:pt x="0" y="463"/>
                    <a:pt x="0" y="463"/>
                    <a:pt x="0" y="463"/>
                  </a:cubicBezTo>
                  <a:cubicBezTo>
                    <a:pt x="163" y="463"/>
                    <a:pt x="163" y="463"/>
                    <a:pt x="163" y="463"/>
                  </a:cubicBezTo>
                  <a:cubicBezTo>
                    <a:pt x="163" y="818"/>
                    <a:pt x="163" y="818"/>
                    <a:pt x="163" y="818"/>
                  </a:cubicBezTo>
                  <a:cubicBezTo>
                    <a:pt x="163" y="937"/>
                    <a:pt x="184" y="1008"/>
                    <a:pt x="231" y="1055"/>
                  </a:cubicBezTo>
                  <a:cubicBezTo>
                    <a:pt x="276" y="1099"/>
                    <a:pt x="343" y="1120"/>
                    <a:pt x="444" y="1120"/>
                  </a:cubicBezTo>
                  <a:cubicBezTo>
                    <a:pt x="508" y="1120"/>
                    <a:pt x="572" y="1108"/>
                    <a:pt x="622" y="1086"/>
                  </a:cubicBezTo>
                  <a:cubicBezTo>
                    <a:pt x="622" y="898"/>
                    <a:pt x="622" y="898"/>
                    <a:pt x="622" y="898"/>
                  </a:cubicBezTo>
                  <a:cubicBezTo>
                    <a:pt x="592" y="908"/>
                    <a:pt x="549" y="915"/>
                    <a:pt x="494" y="915"/>
                  </a:cubicBezTo>
                  <a:cubicBezTo>
                    <a:pt x="420" y="915"/>
                    <a:pt x="401" y="874"/>
                    <a:pt x="401" y="807"/>
                  </a:cubicBezTo>
                  <a:cubicBezTo>
                    <a:pt x="401" y="463"/>
                    <a:pt x="401" y="463"/>
                    <a:pt x="401" y="463"/>
                  </a:cubicBezTo>
                  <a:cubicBezTo>
                    <a:pt x="622" y="463"/>
                    <a:pt x="622" y="463"/>
                    <a:pt x="622" y="463"/>
                  </a:cubicBezTo>
                  <a:cubicBezTo>
                    <a:pt x="622" y="264"/>
                    <a:pt x="622" y="264"/>
                    <a:pt x="622" y="264"/>
                  </a:cubicBezTo>
                  <a:lnTo>
                    <a:pt x="401"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30">
              <a:extLst>
                <a:ext uri="{FF2B5EF4-FFF2-40B4-BE49-F238E27FC236}">
                  <a16:creationId xmlns:a16="http://schemas.microsoft.com/office/drawing/2014/main" id="{A2091A0A-1651-184C-B7E6-735099B4FAB3}"/>
                </a:ext>
              </a:extLst>
            </p:cNvPr>
            <p:cNvSpPr>
              <a:spLocks noEditPoints="1"/>
            </p:cNvSpPr>
            <p:nvPr userDrawn="1"/>
          </p:nvSpPr>
          <p:spPr bwMode="auto">
            <a:xfrm>
              <a:off x="4426" y="3538"/>
              <a:ext cx="213" cy="217"/>
            </a:xfrm>
            <a:custGeom>
              <a:avLst/>
              <a:gdLst>
                <a:gd name="T0" fmla="*/ 857 w 857"/>
                <a:gd name="T1" fmla="*/ 453 h 876"/>
                <a:gd name="T2" fmla="*/ 857 w 857"/>
                <a:gd name="T3" fmla="*/ 516 h 876"/>
                <a:gd name="T4" fmla="*/ 244 w 857"/>
                <a:gd name="T5" fmla="*/ 516 h 876"/>
                <a:gd name="T6" fmla="*/ 459 w 857"/>
                <a:gd name="T7" fmla="*/ 680 h 876"/>
                <a:gd name="T8" fmla="*/ 678 w 857"/>
                <a:gd name="T9" fmla="*/ 583 h 876"/>
                <a:gd name="T10" fmla="*/ 829 w 857"/>
                <a:gd name="T11" fmla="*/ 693 h 876"/>
                <a:gd name="T12" fmla="*/ 463 w 857"/>
                <a:gd name="T13" fmla="*/ 876 h 876"/>
                <a:gd name="T14" fmla="*/ 0 w 857"/>
                <a:gd name="T15" fmla="*/ 438 h 876"/>
                <a:gd name="T16" fmla="*/ 433 w 857"/>
                <a:gd name="T17" fmla="*/ 0 h 876"/>
                <a:gd name="T18" fmla="*/ 857 w 857"/>
                <a:gd name="T19" fmla="*/ 453 h 876"/>
                <a:gd name="T20" fmla="*/ 605 w 857"/>
                <a:gd name="T21" fmla="*/ 345 h 876"/>
                <a:gd name="T22" fmla="*/ 425 w 857"/>
                <a:gd name="T23" fmla="*/ 189 h 876"/>
                <a:gd name="T24" fmla="*/ 245 w 857"/>
                <a:gd name="T25" fmla="*/ 345 h 876"/>
                <a:gd name="T26" fmla="*/ 605 w 857"/>
                <a:gd name="T27"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7" h="876">
                  <a:moveTo>
                    <a:pt x="857" y="453"/>
                  </a:moveTo>
                  <a:cubicBezTo>
                    <a:pt x="857" y="516"/>
                    <a:pt x="857" y="516"/>
                    <a:pt x="857" y="516"/>
                  </a:cubicBezTo>
                  <a:cubicBezTo>
                    <a:pt x="244" y="516"/>
                    <a:pt x="244" y="516"/>
                    <a:pt x="244" y="516"/>
                  </a:cubicBezTo>
                  <a:cubicBezTo>
                    <a:pt x="249" y="602"/>
                    <a:pt x="345" y="675"/>
                    <a:pt x="459" y="680"/>
                  </a:cubicBezTo>
                  <a:cubicBezTo>
                    <a:pt x="565" y="684"/>
                    <a:pt x="623" y="642"/>
                    <a:pt x="678" y="583"/>
                  </a:cubicBezTo>
                  <a:cubicBezTo>
                    <a:pt x="829" y="693"/>
                    <a:pt x="829" y="693"/>
                    <a:pt x="829" y="693"/>
                  </a:cubicBezTo>
                  <a:cubicBezTo>
                    <a:pt x="737" y="809"/>
                    <a:pt x="624" y="876"/>
                    <a:pt x="463" y="876"/>
                  </a:cubicBezTo>
                  <a:cubicBezTo>
                    <a:pt x="208" y="876"/>
                    <a:pt x="0" y="718"/>
                    <a:pt x="0" y="438"/>
                  </a:cubicBezTo>
                  <a:cubicBezTo>
                    <a:pt x="0" y="215"/>
                    <a:pt x="139" y="0"/>
                    <a:pt x="433" y="0"/>
                  </a:cubicBezTo>
                  <a:cubicBezTo>
                    <a:pt x="736" y="0"/>
                    <a:pt x="857" y="235"/>
                    <a:pt x="857" y="453"/>
                  </a:cubicBezTo>
                  <a:moveTo>
                    <a:pt x="605" y="345"/>
                  </a:moveTo>
                  <a:cubicBezTo>
                    <a:pt x="594" y="254"/>
                    <a:pt x="544" y="187"/>
                    <a:pt x="425" y="189"/>
                  </a:cubicBezTo>
                  <a:cubicBezTo>
                    <a:pt x="324" y="191"/>
                    <a:pt x="256" y="259"/>
                    <a:pt x="245" y="345"/>
                  </a:cubicBezTo>
                  <a:lnTo>
                    <a:pt x="605"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31">
              <a:extLst>
                <a:ext uri="{FF2B5EF4-FFF2-40B4-BE49-F238E27FC236}">
                  <a16:creationId xmlns:a16="http://schemas.microsoft.com/office/drawing/2014/main" id="{B305946B-C562-4B4E-9AC0-91E41860A4F6}"/>
                </a:ext>
              </a:extLst>
            </p:cNvPr>
            <p:cNvSpPr>
              <a:spLocks/>
            </p:cNvSpPr>
            <p:nvPr userDrawn="1"/>
          </p:nvSpPr>
          <p:spPr bwMode="auto">
            <a:xfrm>
              <a:off x="2464" y="3449"/>
              <a:ext cx="272" cy="301"/>
            </a:xfrm>
            <a:custGeom>
              <a:avLst/>
              <a:gdLst>
                <a:gd name="T0" fmla="*/ 207 w 272"/>
                <a:gd name="T1" fmla="*/ 0 h 301"/>
                <a:gd name="T2" fmla="*/ 207 w 272"/>
                <a:gd name="T3" fmla="*/ 204 h 301"/>
                <a:gd name="T4" fmla="*/ 80 w 272"/>
                <a:gd name="T5" fmla="*/ 0 h 301"/>
                <a:gd name="T6" fmla="*/ 0 w 272"/>
                <a:gd name="T7" fmla="*/ 0 h 301"/>
                <a:gd name="T8" fmla="*/ 0 w 272"/>
                <a:gd name="T9" fmla="*/ 301 h 301"/>
                <a:gd name="T10" fmla="*/ 65 w 272"/>
                <a:gd name="T11" fmla="*/ 301 h 301"/>
                <a:gd name="T12" fmla="*/ 65 w 272"/>
                <a:gd name="T13" fmla="*/ 90 h 301"/>
                <a:gd name="T14" fmla="*/ 196 w 272"/>
                <a:gd name="T15" fmla="*/ 301 h 301"/>
                <a:gd name="T16" fmla="*/ 272 w 272"/>
                <a:gd name="T17" fmla="*/ 301 h 301"/>
                <a:gd name="T18" fmla="*/ 272 w 272"/>
                <a:gd name="T19" fmla="*/ 0 h 301"/>
                <a:gd name="T20" fmla="*/ 207 w 272"/>
                <a:gd name="T21"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2" h="301">
                  <a:moveTo>
                    <a:pt x="207" y="0"/>
                  </a:moveTo>
                  <a:lnTo>
                    <a:pt x="207" y="204"/>
                  </a:lnTo>
                  <a:lnTo>
                    <a:pt x="80" y="0"/>
                  </a:lnTo>
                  <a:lnTo>
                    <a:pt x="0" y="0"/>
                  </a:lnTo>
                  <a:lnTo>
                    <a:pt x="0" y="301"/>
                  </a:lnTo>
                  <a:lnTo>
                    <a:pt x="65" y="301"/>
                  </a:lnTo>
                  <a:lnTo>
                    <a:pt x="65" y="90"/>
                  </a:lnTo>
                  <a:lnTo>
                    <a:pt x="196" y="301"/>
                  </a:lnTo>
                  <a:lnTo>
                    <a:pt x="272" y="301"/>
                  </a:lnTo>
                  <a:lnTo>
                    <a:pt x="272" y="0"/>
                  </a:lnTo>
                  <a:lnTo>
                    <a:pt x="20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32">
              <a:extLst>
                <a:ext uri="{FF2B5EF4-FFF2-40B4-BE49-F238E27FC236}">
                  <a16:creationId xmlns:a16="http://schemas.microsoft.com/office/drawing/2014/main" id="{FB9DAA7A-7179-D14A-AE50-DEF5D04F4FA9}"/>
                </a:ext>
              </a:extLst>
            </p:cNvPr>
            <p:cNvSpPr>
              <a:spLocks/>
            </p:cNvSpPr>
            <p:nvPr userDrawn="1"/>
          </p:nvSpPr>
          <p:spPr bwMode="auto">
            <a:xfrm>
              <a:off x="3734" y="3543"/>
              <a:ext cx="321" cy="207"/>
            </a:xfrm>
            <a:custGeom>
              <a:avLst/>
              <a:gdLst>
                <a:gd name="T0" fmla="*/ 259 w 321"/>
                <a:gd name="T1" fmla="*/ 0 h 207"/>
                <a:gd name="T2" fmla="*/ 226 w 321"/>
                <a:gd name="T3" fmla="*/ 129 h 207"/>
                <a:gd name="T4" fmla="*/ 192 w 321"/>
                <a:gd name="T5" fmla="*/ 0 h 207"/>
                <a:gd name="T6" fmla="*/ 131 w 321"/>
                <a:gd name="T7" fmla="*/ 0 h 207"/>
                <a:gd name="T8" fmla="*/ 98 w 321"/>
                <a:gd name="T9" fmla="*/ 128 h 207"/>
                <a:gd name="T10" fmla="*/ 65 w 321"/>
                <a:gd name="T11" fmla="*/ 0 h 207"/>
                <a:gd name="T12" fmla="*/ 0 w 321"/>
                <a:gd name="T13" fmla="*/ 0 h 207"/>
                <a:gd name="T14" fmla="*/ 66 w 321"/>
                <a:gd name="T15" fmla="*/ 207 h 207"/>
                <a:gd name="T16" fmla="*/ 125 w 321"/>
                <a:gd name="T17" fmla="*/ 207 h 207"/>
                <a:gd name="T18" fmla="*/ 161 w 321"/>
                <a:gd name="T19" fmla="*/ 77 h 207"/>
                <a:gd name="T20" fmla="*/ 201 w 321"/>
                <a:gd name="T21" fmla="*/ 207 h 207"/>
                <a:gd name="T22" fmla="*/ 255 w 321"/>
                <a:gd name="T23" fmla="*/ 207 h 207"/>
                <a:gd name="T24" fmla="*/ 321 w 321"/>
                <a:gd name="T25" fmla="*/ 0 h 207"/>
                <a:gd name="T26" fmla="*/ 259 w 321"/>
                <a:gd name="T27"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1" h="207">
                  <a:moveTo>
                    <a:pt x="259" y="0"/>
                  </a:moveTo>
                  <a:lnTo>
                    <a:pt x="226" y="129"/>
                  </a:lnTo>
                  <a:lnTo>
                    <a:pt x="192" y="0"/>
                  </a:lnTo>
                  <a:lnTo>
                    <a:pt x="131" y="0"/>
                  </a:lnTo>
                  <a:lnTo>
                    <a:pt x="98" y="128"/>
                  </a:lnTo>
                  <a:lnTo>
                    <a:pt x="65" y="0"/>
                  </a:lnTo>
                  <a:lnTo>
                    <a:pt x="0" y="0"/>
                  </a:lnTo>
                  <a:lnTo>
                    <a:pt x="66" y="207"/>
                  </a:lnTo>
                  <a:lnTo>
                    <a:pt x="125" y="207"/>
                  </a:lnTo>
                  <a:lnTo>
                    <a:pt x="161" y="77"/>
                  </a:lnTo>
                  <a:lnTo>
                    <a:pt x="201" y="207"/>
                  </a:lnTo>
                  <a:lnTo>
                    <a:pt x="255" y="207"/>
                  </a:lnTo>
                  <a:lnTo>
                    <a:pt x="321" y="0"/>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33">
              <a:extLst>
                <a:ext uri="{FF2B5EF4-FFF2-40B4-BE49-F238E27FC236}">
                  <a16:creationId xmlns:a16="http://schemas.microsoft.com/office/drawing/2014/main" id="{BC13DBEE-C770-7041-AFA2-0C237AE02B77}"/>
                </a:ext>
              </a:extLst>
            </p:cNvPr>
            <p:cNvSpPr>
              <a:spLocks/>
            </p:cNvSpPr>
            <p:nvPr userDrawn="1"/>
          </p:nvSpPr>
          <p:spPr bwMode="auto">
            <a:xfrm>
              <a:off x="3175" y="3543"/>
              <a:ext cx="60" cy="207"/>
            </a:xfrm>
            <a:custGeom>
              <a:avLst/>
              <a:gdLst>
                <a:gd name="T0" fmla="*/ 60 w 60"/>
                <a:gd name="T1" fmla="*/ 0 h 207"/>
                <a:gd name="T2" fmla="*/ 0 w 60"/>
                <a:gd name="T3" fmla="*/ 0 h 207"/>
                <a:gd name="T4" fmla="*/ 0 w 60"/>
                <a:gd name="T5" fmla="*/ 106 h 207"/>
                <a:gd name="T6" fmla="*/ 0 w 60"/>
                <a:gd name="T7" fmla="*/ 207 h 207"/>
                <a:gd name="T8" fmla="*/ 60 w 60"/>
                <a:gd name="T9" fmla="*/ 207 h 207"/>
                <a:gd name="T10" fmla="*/ 60 w 60"/>
                <a:gd name="T11" fmla="*/ 106 h 207"/>
                <a:gd name="T12" fmla="*/ 60 w 60"/>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60" h="207">
                  <a:moveTo>
                    <a:pt x="60" y="0"/>
                  </a:moveTo>
                  <a:lnTo>
                    <a:pt x="0" y="0"/>
                  </a:lnTo>
                  <a:lnTo>
                    <a:pt x="0" y="106"/>
                  </a:lnTo>
                  <a:lnTo>
                    <a:pt x="0" y="207"/>
                  </a:lnTo>
                  <a:lnTo>
                    <a:pt x="60" y="207"/>
                  </a:lnTo>
                  <a:lnTo>
                    <a:pt x="60" y="106"/>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4">
              <a:extLst>
                <a:ext uri="{FF2B5EF4-FFF2-40B4-BE49-F238E27FC236}">
                  <a16:creationId xmlns:a16="http://schemas.microsoft.com/office/drawing/2014/main" id="{25F55F6D-AE97-BC48-8FF0-AD9F705F70D3}"/>
                </a:ext>
              </a:extLst>
            </p:cNvPr>
            <p:cNvSpPr>
              <a:spLocks/>
            </p:cNvSpPr>
            <p:nvPr userDrawn="1"/>
          </p:nvSpPr>
          <p:spPr bwMode="auto">
            <a:xfrm>
              <a:off x="4076" y="3543"/>
              <a:ext cx="59" cy="207"/>
            </a:xfrm>
            <a:custGeom>
              <a:avLst/>
              <a:gdLst>
                <a:gd name="T0" fmla="*/ 59 w 59"/>
                <a:gd name="T1" fmla="*/ 0 h 207"/>
                <a:gd name="T2" fmla="*/ 0 w 59"/>
                <a:gd name="T3" fmla="*/ 0 h 207"/>
                <a:gd name="T4" fmla="*/ 0 w 59"/>
                <a:gd name="T5" fmla="*/ 106 h 207"/>
                <a:gd name="T6" fmla="*/ 0 w 59"/>
                <a:gd name="T7" fmla="*/ 207 h 207"/>
                <a:gd name="T8" fmla="*/ 59 w 59"/>
                <a:gd name="T9" fmla="*/ 207 h 207"/>
                <a:gd name="T10" fmla="*/ 59 w 59"/>
                <a:gd name="T11" fmla="*/ 106 h 207"/>
                <a:gd name="T12" fmla="*/ 59 w 59"/>
                <a:gd name="T13" fmla="*/ 0 h 207"/>
              </a:gdLst>
              <a:ahLst/>
              <a:cxnLst>
                <a:cxn ang="0">
                  <a:pos x="T0" y="T1"/>
                </a:cxn>
                <a:cxn ang="0">
                  <a:pos x="T2" y="T3"/>
                </a:cxn>
                <a:cxn ang="0">
                  <a:pos x="T4" y="T5"/>
                </a:cxn>
                <a:cxn ang="0">
                  <a:pos x="T6" y="T7"/>
                </a:cxn>
                <a:cxn ang="0">
                  <a:pos x="T8" y="T9"/>
                </a:cxn>
                <a:cxn ang="0">
                  <a:pos x="T10" y="T11"/>
                </a:cxn>
                <a:cxn ang="0">
                  <a:pos x="T12" y="T13"/>
                </a:cxn>
              </a:cxnLst>
              <a:rect l="0" t="0" r="r" b="b"/>
              <a:pathLst>
                <a:path w="59" h="207">
                  <a:moveTo>
                    <a:pt x="59" y="0"/>
                  </a:moveTo>
                  <a:lnTo>
                    <a:pt x="0" y="0"/>
                  </a:lnTo>
                  <a:lnTo>
                    <a:pt x="0" y="106"/>
                  </a:lnTo>
                  <a:lnTo>
                    <a:pt x="0" y="207"/>
                  </a:lnTo>
                  <a:lnTo>
                    <a:pt x="59" y="207"/>
                  </a:lnTo>
                  <a:lnTo>
                    <a:pt x="59" y="106"/>
                  </a:ln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35">
              <a:extLst>
                <a:ext uri="{FF2B5EF4-FFF2-40B4-BE49-F238E27FC236}">
                  <a16:creationId xmlns:a16="http://schemas.microsoft.com/office/drawing/2014/main" id="{98642F33-A329-514A-A85F-671C5B468823}"/>
                </a:ext>
              </a:extLst>
            </p:cNvPr>
            <p:cNvSpPr>
              <a:spLocks/>
            </p:cNvSpPr>
            <p:nvPr userDrawn="1"/>
          </p:nvSpPr>
          <p:spPr bwMode="auto">
            <a:xfrm>
              <a:off x="3527" y="3538"/>
              <a:ext cx="190" cy="212"/>
            </a:xfrm>
            <a:custGeom>
              <a:avLst/>
              <a:gdLst>
                <a:gd name="T0" fmla="*/ 686 w 767"/>
                <a:gd name="T1" fmla="*/ 77 h 857"/>
                <a:gd name="T2" fmla="*/ 480 w 767"/>
                <a:gd name="T3" fmla="*/ 0 h 857"/>
                <a:gd name="T4" fmla="*/ 231 w 767"/>
                <a:gd name="T5" fmla="*/ 111 h 857"/>
                <a:gd name="T6" fmla="*/ 231 w 767"/>
                <a:gd name="T7" fmla="*/ 20 h 857"/>
                <a:gd name="T8" fmla="*/ 0 w 767"/>
                <a:gd name="T9" fmla="*/ 20 h 857"/>
                <a:gd name="T10" fmla="*/ 0 w 767"/>
                <a:gd name="T11" fmla="*/ 857 h 857"/>
                <a:gd name="T12" fmla="*/ 241 w 767"/>
                <a:gd name="T13" fmla="*/ 857 h 857"/>
                <a:gd name="T14" fmla="*/ 241 w 767"/>
                <a:gd name="T15" fmla="*/ 402 h 857"/>
                <a:gd name="T16" fmla="*/ 285 w 767"/>
                <a:gd name="T17" fmla="*/ 268 h 857"/>
                <a:gd name="T18" fmla="*/ 390 w 767"/>
                <a:gd name="T19" fmla="*/ 221 h 857"/>
                <a:gd name="T20" fmla="*/ 494 w 767"/>
                <a:gd name="T21" fmla="*/ 268 h 857"/>
                <a:gd name="T22" fmla="*/ 527 w 767"/>
                <a:gd name="T23" fmla="*/ 434 h 857"/>
                <a:gd name="T24" fmla="*/ 527 w 767"/>
                <a:gd name="T25" fmla="*/ 857 h 857"/>
                <a:gd name="T26" fmla="*/ 767 w 767"/>
                <a:gd name="T27" fmla="*/ 857 h 857"/>
                <a:gd name="T28" fmla="*/ 767 w 767"/>
                <a:gd name="T29" fmla="*/ 334 h 857"/>
                <a:gd name="T30" fmla="*/ 686 w 767"/>
                <a:gd name="T31" fmla="*/ 7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7" h="857">
                  <a:moveTo>
                    <a:pt x="686" y="77"/>
                  </a:moveTo>
                  <a:cubicBezTo>
                    <a:pt x="636" y="24"/>
                    <a:pt x="573" y="0"/>
                    <a:pt x="480" y="0"/>
                  </a:cubicBezTo>
                  <a:cubicBezTo>
                    <a:pt x="388" y="1"/>
                    <a:pt x="281" y="46"/>
                    <a:pt x="231" y="111"/>
                  </a:cubicBezTo>
                  <a:cubicBezTo>
                    <a:pt x="231" y="20"/>
                    <a:pt x="231" y="20"/>
                    <a:pt x="231" y="20"/>
                  </a:cubicBezTo>
                  <a:cubicBezTo>
                    <a:pt x="0" y="20"/>
                    <a:pt x="0" y="20"/>
                    <a:pt x="0" y="20"/>
                  </a:cubicBezTo>
                  <a:cubicBezTo>
                    <a:pt x="0" y="857"/>
                    <a:pt x="0" y="857"/>
                    <a:pt x="0" y="857"/>
                  </a:cubicBezTo>
                  <a:cubicBezTo>
                    <a:pt x="241" y="857"/>
                    <a:pt x="241" y="857"/>
                    <a:pt x="241" y="857"/>
                  </a:cubicBezTo>
                  <a:cubicBezTo>
                    <a:pt x="241" y="402"/>
                    <a:pt x="241" y="402"/>
                    <a:pt x="241" y="402"/>
                  </a:cubicBezTo>
                  <a:cubicBezTo>
                    <a:pt x="241" y="343"/>
                    <a:pt x="257" y="299"/>
                    <a:pt x="285" y="268"/>
                  </a:cubicBezTo>
                  <a:cubicBezTo>
                    <a:pt x="309" y="241"/>
                    <a:pt x="345" y="224"/>
                    <a:pt x="390" y="221"/>
                  </a:cubicBezTo>
                  <a:cubicBezTo>
                    <a:pt x="444" y="218"/>
                    <a:pt x="473" y="242"/>
                    <a:pt x="494" y="268"/>
                  </a:cubicBezTo>
                  <a:cubicBezTo>
                    <a:pt x="520" y="300"/>
                    <a:pt x="527" y="357"/>
                    <a:pt x="527" y="434"/>
                  </a:cubicBezTo>
                  <a:cubicBezTo>
                    <a:pt x="527" y="857"/>
                    <a:pt x="527" y="857"/>
                    <a:pt x="527" y="857"/>
                  </a:cubicBezTo>
                  <a:cubicBezTo>
                    <a:pt x="767" y="857"/>
                    <a:pt x="767" y="857"/>
                    <a:pt x="767" y="857"/>
                  </a:cubicBezTo>
                  <a:cubicBezTo>
                    <a:pt x="767" y="334"/>
                    <a:pt x="767" y="334"/>
                    <a:pt x="767" y="334"/>
                  </a:cubicBezTo>
                  <a:cubicBezTo>
                    <a:pt x="767" y="232"/>
                    <a:pt x="754" y="147"/>
                    <a:pt x="686" y="7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36">
              <a:extLst>
                <a:ext uri="{FF2B5EF4-FFF2-40B4-BE49-F238E27FC236}">
                  <a16:creationId xmlns:a16="http://schemas.microsoft.com/office/drawing/2014/main" id="{6D7E342B-147E-9F46-B8ED-31FC05952700}"/>
                </a:ext>
              </a:extLst>
            </p:cNvPr>
            <p:cNvSpPr>
              <a:spLocks noEditPoints="1"/>
            </p:cNvSpPr>
            <p:nvPr userDrawn="1"/>
          </p:nvSpPr>
          <p:spPr bwMode="auto">
            <a:xfrm>
              <a:off x="4170" y="3449"/>
              <a:ext cx="222" cy="306"/>
            </a:xfrm>
            <a:custGeom>
              <a:avLst/>
              <a:gdLst>
                <a:gd name="T0" fmla="*/ 900 w 900"/>
                <a:gd name="T1" fmla="*/ 0 h 1233"/>
                <a:gd name="T2" fmla="*/ 900 w 900"/>
                <a:gd name="T3" fmla="*/ 1214 h 1233"/>
                <a:gd name="T4" fmla="*/ 673 w 900"/>
                <a:gd name="T5" fmla="*/ 1214 h 1233"/>
                <a:gd name="T6" fmla="*/ 673 w 900"/>
                <a:gd name="T7" fmla="*/ 1121 h 1233"/>
                <a:gd name="T8" fmla="*/ 414 w 900"/>
                <a:gd name="T9" fmla="*/ 1233 h 1233"/>
                <a:gd name="T10" fmla="*/ 124 w 900"/>
                <a:gd name="T11" fmla="*/ 1121 h 1233"/>
                <a:gd name="T12" fmla="*/ 0 w 900"/>
                <a:gd name="T13" fmla="*/ 796 h 1233"/>
                <a:gd name="T14" fmla="*/ 406 w 900"/>
                <a:gd name="T15" fmla="*/ 357 h 1233"/>
                <a:gd name="T16" fmla="*/ 659 w 900"/>
                <a:gd name="T17" fmla="*/ 451 h 1233"/>
                <a:gd name="T18" fmla="*/ 659 w 900"/>
                <a:gd name="T19" fmla="*/ 0 h 1233"/>
                <a:gd name="T20" fmla="*/ 900 w 900"/>
                <a:gd name="T21" fmla="*/ 0 h 1233"/>
                <a:gd name="T22" fmla="*/ 666 w 900"/>
                <a:gd name="T23" fmla="*/ 796 h 1233"/>
                <a:gd name="T24" fmla="*/ 453 w 900"/>
                <a:gd name="T25" fmla="*/ 569 h 1233"/>
                <a:gd name="T26" fmla="*/ 241 w 900"/>
                <a:gd name="T27" fmla="*/ 796 h 1233"/>
                <a:gd name="T28" fmla="*/ 453 w 900"/>
                <a:gd name="T29" fmla="*/ 1022 h 1233"/>
                <a:gd name="T30" fmla="*/ 666 w 900"/>
                <a:gd name="T31" fmla="*/ 796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0" h="1233">
                  <a:moveTo>
                    <a:pt x="900" y="0"/>
                  </a:moveTo>
                  <a:cubicBezTo>
                    <a:pt x="900" y="1214"/>
                    <a:pt x="900" y="1214"/>
                    <a:pt x="900" y="1214"/>
                  </a:cubicBezTo>
                  <a:cubicBezTo>
                    <a:pt x="673" y="1214"/>
                    <a:pt x="673" y="1214"/>
                    <a:pt x="673" y="1214"/>
                  </a:cubicBezTo>
                  <a:cubicBezTo>
                    <a:pt x="673" y="1121"/>
                    <a:pt x="673" y="1121"/>
                    <a:pt x="673" y="1121"/>
                  </a:cubicBezTo>
                  <a:cubicBezTo>
                    <a:pt x="620" y="1182"/>
                    <a:pt x="534" y="1233"/>
                    <a:pt x="414" y="1233"/>
                  </a:cubicBezTo>
                  <a:cubicBezTo>
                    <a:pt x="298" y="1233"/>
                    <a:pt x="198" y="1195"/>
                    <a:pt x="124" y="1121"/>
                  </a:cubicBezTo>
                  <a:cubicBezTo>
                    <a:pt x="44" y="1041"/>
                    <a:pt x="0" y="926"/>
                    <a:pt x="0" y="796"/>
                  </a:cubicBezTo>
                  <a:cubicBezTo>
                    <a:pt x="0" y="541"/>
                    <a:pt x="171" y="357"/>
                    <a:pt x="406" y="357"/>
                  </a:cubicBezTo>
                  <a:cubicBezTo>
                    <a:pt x="508" y="357"/>
                    <a:pt x="594" y="389"/>
                    <a:pt x="659" y="451"/>
                  </a:cubicBezTo>
                  <a:cubicBezTo>
                    <a:pt x="659" y="0"/>
                    <a:pt x="659" y="0"/>
                    <a:pt x="659" y="0"/>
                  </a:cubicBezTo>
                  <a:lnTo>
                    <a:pt x="900" y="0"/>
                  </a:lnTo>
                  <a:close/>
                  <a:moveTo>
                    <a:pt x="666" y="796"/>
                  </a:moveTo>
                  <a:cubicBezTo>
                    <a:pt x="666" y="683"/>
                    <a:pt x="593" y="569"/>
                    <a:pt x="453" y="569"/>
                  </a:cubicBezTo>
                  <a:cubicBezTo>
                    <a:pt x="314" y="569"/>
                    <a:pt x="241" y="683"/>
                    <a:pt x="241" y="796"/>
                  </a:cubicBezTo>
                  <a:cubicBezTo>
                    <a:pt x="241" y="908"/>
                    <a:pt x="314" y="1022"/>
                    <a:pt x="453" y="1022"/>
                  </a:cubicBezTo>
                  <a:cubicBezTo>
                    <a:pt x="593" y="1022"/>
                    <a:pt x="666" y="908"/>
                    <a:pt x="666" y="79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37">
              <a:extLst>
                <a:ext uri="{FF2B5EF4-FFF2-40B4-BE49-F238E27FC236}">
                  <a16:creationId xmlns:a16="http://schemas.microsoft.com/office/drawing/2014/main" id="{BC4714C2-C589-7440-8B2D-CDE7ECF95AB1}"/>
                </a:ext>
              </a:extLst>
            </p:cNvPr>
            <p:cNvSpPr>
              <a:spLocks noEditPoints="1"/>
            </p:cNvSpPr>
            <p:nvPr userDrawn="1"/>
          </p:nvSpPr>
          <p:spPr bwMode="auto">
            <a:xfrm>
              <a:off x="3269" y="3538"/>
              <a:ext cx="224" cy="217"/>
            </a:xfrm>
            <a:custGeom>
              <a:avLst/>
              <a:gdLst>
                <a:gd name="T0" fmla="*/ 905 w 905"/>
                <a:gd name="T1" fmla="*/ 438 h 877"/>
                <a:gd name="T2" fmla="*/ 453 w 905"/>
                <a:gd name="T3" fmla="*/ 877 h 877"/>
                <a:gd name="T4" fmla="*/ 0 w 905"/>
                <a:gd name="T5" fmla="*/ 438 h 877"/>
                <a:gd name="T6" fmla="*/ 453 w 905"/>
                <a:gd name="T7" fmla="*/ 0 h 877"/>
                <a:gd name="T8" fmla="*/ 905 w 905"/>
                <a:gd name="T9" fmla="*/ 438 h 877"/>
                <a:gd name="T10" fmla="*/ 453 w 905"/>
                <a:gd name="T11" fmla="*/ 212 h 877"/>
                <a:gd name="T12" fmla="*/ 241 w 905"/>
                <a:gd name="T13" fmla="*/ 438 h 877"/>
                <a:gd name="T14" fmla="*/ 453 w 905"/>
                <a:gd name="T15" fmla="*/ 664 h 877"/>
                <a:gd name="T16" fmla="*/ 665 w 905"/>
                <a:gd name="T17" fmla="*/ 438 h 877"/>
                <a:gd name="T18" fmla="*/ 453 w 905"/>
                <a:gd name="T19" fmla="*/ 212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5" h="877">
                  <a:moveTo>
                    <a:pt x="905" y="438"/>
                  </a:moveTo>
                  <a:cubicBezTo>
                    <a:pt x="905" y="692"/>
                    <a:pt x="715" y="877"/>
                    <a:pt x="453" y="877"/>
                  </a:cubicBezTo>
                  <a:cubicBezTo>
                    <a:pt x="190" y="877"/>
                    <a:pt x="0" y="692"/>
                    <a:pt x="0" y="438"/>
                  </a:cubicBezTo>
                  <a:cubicBezTo>
                    <a:pt x="0" y="184"/>
                    <a:pt x="190" y="0"/>
                    <a:pt x="453" y="0"/>
                  </a:cubicBezTo>
                  <a:cubicBezTo>
                    <a:pt x="715" y="0"/>
                    <a:pt x="905" y="184"/>
                    <a:pt x="905" y="438"/>
                  </a:cubicBezTo>
                  <a:moveTo>
                    <a:pt x="453" y="212"/>
                  </a:moveTo>
                  <a:cubicBezTo>
                    <a:pt x="313" y="212"/>
                    <a:pt x="241" y="326"/>
                    <a:pt x="241" y="438"/>
                  </a:cubicBezTo>
                  <a:cubicBezTo>
                    <a:pt x="241" y="551"/>
                    <a:pt x="313" y="664"/>
                    <a:pt x="453" y="664"/>
                  </a:cubicBezTo>
                  <a:cubicBezTo>
                    <a:pt x="592" y="664"/>
                    <a:pt x="665" y="551"/>
                    <a:pt x="665" y="438"/>
                  </a:cubicBezTo>
                  <a:cubicBezTo>
                    <a:pt x="665" y="326"/>
                    <a:pt x="592" y="212"/>
                    <a:pt x="453" y="2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8">
              <a:extLst>
                <a:ext uri="{FF2B5EF4-FFF2-40B4-BE49-F238E27FC236}">
                  <a16:creationId xmlns:a16="http://schemas.microsoft.com/office/drawing/2014/main" id="{756C9AE0-AC13-5044-BB09-DE4242EA4E39}"/>
                </a:ext>
              </a:extLst>
            </p:cNvPr>
            <p:cNvSpPr>
              <a:spLocks noEditPoints="1"/>
            </p:cNvSpPr>
            <p:nvPr userDrawn="1"/>
          </p:nvSpPr>
          <p:spPr bwMode="auto">
            <a:xfrm>
              <a:off x="4636" y="3449"/>
              <a:ext cx="95" cy="95"/>
            </a:xfrm>
            <a:custGeom>
              <a:avLst/>
              <a:gdLst>
                <a:gd name="T0" fmla="*/ 118 w 383"/>
                <a:gd name="T1" fmla="*/ 299 h 382"/>
                <a:gd name="T2" fmla="*/ 158 w 383"/>
                <a:gd name="T3" fmla="*/ 299 h 382"/>
                <a:gd name="T4" fmla="*/ 158 w 383"/>
                <a:gd name="T5" fmla="*/ 209 h 382"/>
                <a:gd name="T6" fmla="*/ 187 w 383"/>
                <a:gd name="T7" fmla="*/ 209 h 382"/>
                <a:gd name="T8" fmla="*/ 242 w 383"/>
                <a:gd name="T9" fmla="*/ 299 h 382"/>
                <a:gd name="T10" fmla="*/ 284 w 383"/>
                <a:gd name="T11" fmla="*/ 299 h 382"/>
                <a:gd name="T12" fmla="*/ 227 w 383"/>
                <a:gd name="T13" fmla="*/ 206 h 382"/>
                <a:gd name="T14" fmla="*/ 279 w 383"/>
                <a:gd name="T15" fmla="*/ 146 h 382"/>
                <a:gd name="T16" fmla="*/ 202 w 383"/>
                <a:gd name="T17" fmla="*/ 80 h 382"/>
                <a:gd name="T18" fmla="*/ 118 w 383"/>
                <a:gd name="T19" fmla="*/ 80 h 382"/>
                <a:gd name="T20" fmla="*/ 118 w 383"/>
                <a:gd name="T21" fmla="*/ 299 h 382"/>
                <a:gd name="T22" fmla="*/ 158 w 383"/>
                <a:gd name="T23" fmla="*/ 114 h 382"/>
                <a:gd name="T24" fmla="*/ 187 w 383"/>
                <a:gd name="T25" fmla="*/ 114 h 382"/>
                <a:gd name="T26" fmla="*/ 239 w 383"/>
                <a:gd name="T27" fmla="*/ 145 h 382"/>
                <a:gd name="T28" fmla="*/ 187 w 383"/>
                <a:gd name="T29" fmla="*/ 176 h 382"/>
                <a:gd name="T30" fmla="*/ 158 w 383"/>
                <a:gd name="T31" fmla="*/ 176 h 382"/>
                <a:gd name="T32" fmla="*/ 158 w 383"/>
                <a:gd name="T33" fmla="*/ 114 h 382"/>
                <a:gd name="T34" fmla="*/ 0 w 383"/>
                <a:gd name="T35" fmla="*/ 191 h 382"/>
                <a:gd name="T36" fmla="*/ 191 w 383"/>
                <a:gd name="T37" fmla="*/ 382 h 382"/>
                <a:gd name="T38" fmla="*/ 383 w 383"/>
                <a:gd name="T39" fmla="*/ 191 h 382"/>
                <a:gd name="T40" fmla="*/ 191 w 383"/>
                <a:gd name="T41" fmla="*/ 0 h 382"/>
                <a:gd name="T42" fmla="*/ 0 w 383"/>
                <a:gd name="T43" fmla="*/ 191 h 382"/>
                <a:gd name="T44" fmla="*/ 34 w 383"/>
                <a:gd name="T45" fmla="*/ 191 h 382"/>
                <a:gd name="T46" fmla="*/ 191 w 383"/>
                <a:gd name="T47" fmla="*/ 34 h 382"/>
                <a:gd name="T48" fmla="*/ 349 w 383"/>
                <a:gd name="T49" fmla="*/ 191 h 382"/>
                <a:gd name="T50" fmla="*/ 191 w 383"/>
                <a:gd name="T51" fmla="*/ 349 h 382"/>
                <a:gd name="T52" fmla="*/ 34 w 383"/>
                <a:gd name="T53" fmla="*/ 191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3" h="382">
                  <a:moveTo>
                    <a:pt x="118" y="299"/>
                  </a:moveTo>
                  <a:cubicBezTo>
                    <a:pt x="158" y="299"/>
                    <a:pt x="158" y="299"/>
                    <a:pt x="158" y="299"/>
                  </a:cubicBezTo>
                  <a:cubicBezTo>
                    <a:pt x="158" y="209"/>
                    <a:pt x="158" y="209"/>
                    <a:pt x="158" y="209"/>
                  </a:cubicBezTo>
                  <a:cubicBezTo>
                    <a:pt x="187" y="209"/>
                    <a:pt x="187" y="209"/>
                    <a:pt x="187" y="209"/>
                  </a:cubicBezTo>
                  <a:cubicBezTo>
                    <a:pt x="242" y="299"/>
                    <a:pt x="242" y="299"/>
                    <a:pt x="242" y="299"/>
                  </a:cubicBezTo>
                  <a:cubicBezTo>
                    <a:pt x="284" y="299"/>
                    <a:pt x="284" y="299"/>
                    <a:pt x="284" y="299"/>
                  </a:cubicBezTo>
                  <a:cubicBezTo>
                    <a:pt x="227" y="206"/>
                    <a:pt x="227" y="206"/>
                    <a:pt x="227" y="206"/>
                  </a:cubicBezTo>
                  <a:cubicBezTo>
                    <a:pt x="257" y="203"/>
                    <a:pt x="279" y="184"/>
                    <a:pt x="279" y="146"/>
                  </a:cubicBezTo>
                  <a:cubicBezTo>
                    <a:pt x="279" y="104"/>
                    <a:pt x="255" y="80"/>
                    <a:pt x="202" y="80"/>
                  </a:cubicBezTo>
                  <a:cubicBezTo>
                    <a:pt x="118" y="80"/>
                    <a:pt x="118" y="80"/>
                    <a:pt x="118" y="80"/>
                  </a:cubicBezTo>
                  <a:lnTo>
                    <a:pt x="118" y="299"/>
                  </a:lnTo>
                  <a:close/>
                  <a:moveTo>
                    <a:pt x="158" y="114"/>
                  </a:moveTo>
                  <a:cubicBezTo>
                    <a:pt x="187" y="114"/>
                    <a:pt x="187" y="114"/>
                    <a:pt x="187" y="114"/>
                  </a:cubicBezTo>
                  <a:cubicBezTo>
                    <a:pt x="212" y="114"/>
                    <a:pt x="239" y="115"/>
                    <a:pt x="239" y="145"/>
                  </a:cubicBezTo>
                  <a:cubicBezTo>
                    <a:pt x="239" y="174"/>
                    <a:pt x="212" y="176"/>
                    <a:pt x="187" y="176"/>
                  </a:cubicBezTo>
                  <a:cubicBezTo>
                    <a:pt x="158" y="176"/>
                    <a:pt x="158" y="176"/>
                    <a:pt x="158" y="176"/>
                  </a:cubicBezTo>
                  <a:lnTo>
                    <a:pt x="158" y="114"/>
                  </a:lnTo>
                  <a:close/>
                  <a:moveTo>
                    <a:pt x="0" y="191"/>
                  </a:moveTo>
                  <a:cubicBezTo>
                    <a:pt x="0" y="296"/>
                    <a:pt x="86" y="382"/>
                    <a:pt x="191" y="382"/>
                  </a:cubicBezTo>
                  <a:cubicBezTo>
                    <a:pt x="297" y="382"/>
                    <a:pt x="383" y="296"/>
                    <a:pt x="383" y="191"/>
                  </a:cubicBezTo>
                  <a:cubicBezTo>
                    <a:pt x="383" y="86"/>
                    <a:pt x="297" y="0"/>
                    <a:pt x="191" y="0"/>
                  </a:cubicBezTo>
                  <a:cubicBezTo>
                    <a:pt x="86" y="0"/>
                    <a:pt x="0" y="86"/>
                    <a:pt x="0" y="191"/>
                  </a:cubicBezTo>
                  <a:moveTo>
                    <a:pt x="34" y="191"/>
                  </a:moveTo>
                  <a:cubicBezTo>
                    <a:pt x="34" y="104"/>
                    <a:pt x="104" y="34"/>
                    <a:pt x="191" y="34"/>
                  </a:cubicBezTo>
                  <a:cubicBezTo>
                    <a:pt x="278" y="34"/>
                    <a:pt x="349" y="104"/>
                    <a:pt x="349" y="191"/>
                  </a:cubicBezTo>
                  <a:cubicBezTo>
                    <a:pt x="349" y="278"/>
                    <a:pt x="278" y="349"/>
                    <a:pt x="191" y="349"/>
                  </a:cubicBezTo>
                  <a:cubicBezTo>
                    <a:pt x="104" y="349"/>
                    <a:pt x="34" y="278"/>
                    <a:pt x="34" y="1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9">
              <a:extLst>
                <a:ext uri="{FF2B5EF4-FFF2-40B4-BE49-F238E27FC236}">
                  <a16:creationId xmlns:a16="http://schemas.microsoft.com/office/drawing/2014/main" id="{DE12E4C2-A267-0F4B-96D4-B4D8191D7249}"/>
                </a:ext>
              </a:extLst>
            </p:cNvPr>
            <p:cNvSpPr>
              <a:spLocks/>
            </p:cNvSpPr>
            <p:nvPr userDrawn="1"/>
          </p:nvSpPr>
          <p:spPr bwMode="auto">
            <a:xfrm>
              <a:off x="3768" y="1895"/>
              <a:ext cx="434" cy="1109"/>
            </a:xfrm>
            <a:custGeom>
              <a:avLst/>
              <a:gdLst>
                <a:gd name="T0" fmla="*/ 509 w 1751"/>
                <a:gd name="T1" fmla="*/ 0 h 4481"/>
                <a:gd name="T2" fmla="*/ 509 w 1751"/>
                <a:gd name="T3" fmla="*/ 2792 h 4481"/>
                <a:gd name="T4" fmla="*/ 161 w 1751"/>
                <a:gd name="T5" fmla="*/ 2452 h 4481"/>
                <a:gd name="T6" fmla="*/ 161 w 1751"/>
                <a:gd name="T7" fmla="*/ 3527 h 4481"/>
                <a:gd name="T8" fmla="*/ 19 w 1751"/>
                <a:gd name="T9" fmla="*/ 4087 h 4481"/>
                <a:gd name="T10" fmla="*/ 17 w 1751"/>
                <a:gd name="T11" fmla="*/ 4090 h 4481"/>
                <a:gd name="T12" fmla="*/ 0 w 1751"/>
                <a:gd name="T13" fmla="*/ 4110 h 4481"/>
                <a:gd name="T14" fmla="*/ 393 w 1751"/>
                <a:gd name="T15" fmla="*/ 4481 h 4481"/>
                <a:gd name="T16" fmla="*/ 1751 w 1751"/>
                <a:gd name="T17" fmla="*/ 4481 h 4481"/>
                <a:gd name="T18" fmla="*/ 1751 w 1751"/>
                <a:gd name="T19" fmla="*/ 0 h 4481"/>
                <a:gd name="T20" fmla="*/ 509 w 1751"/>
                <a:gd name="T21" fmla="*/ 0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1" h="4481">
                  <a:moveTo>
                    <a:pt x="509" y="0"/>
                  </a:moveTo>
                  <a:cubicBezTo>
                    <a:pt x="509" y="2792"/>
                    <a:pt x="509" y="2792"/>
                    <a:pt x="509" y="2792"/>
                  </a:cubicBezTo>
                  <a:cubicBezTo>
                    <a:pt x="161" y="2452"/>
                    <a:pt x="161" y="2452"/>
                    <a:pt x="161" y="2452"/>
                  </a:cubicBezTo>
                  <a:cubicBezTo>
                    <a:pt x="161" y="3527"/>
                    <a:pt x="161" y="3527"/>
                    <a:pt x="161" y="3527"/>
                  </a:cubicBezTo>
                  <a:cubicBezTo>
                    <a:pt x="161" y="3775"/>
                    <a:pt x="139" y="3938"/>
                    <a:pt x="19" y="4087"/>
                  </a:cubicBezTo>
                  <a:cubicBezTo>
                    <a:pt x="17" y="4090"/>
                    <a:pt x="17" y="4090"/>
                    <a:pt x="17" y="4090"/>
                  </a:cubicBezTo>
                  <a:cubicBezTo>
                    <a:pt x="11" y="4097"/>
                    <a:pt x="5" y="4103"/>
                    <a:pt x="0" y="4110"/>
                  </a:cubicBezTo>
                  <a:cubicBezTo>
                    <a:pt x="393" y="4481"/>
                    <a:pt x="393" y="4481"/>
                    <a:pt x="393" y="4481"/>
                  </a:cubicBezTo>
                  <a:cubicBezTo>
                    <a:pt x="1751" y="4481"/>
                    <a:pt x="1751" y="4481"/>
                    <a:pt x="1751" y="4481"/>
                  </a:cubicBezTo>
                  <a:cubicBezTo>
                    <a:pt x="1751" y="0"/>
                    <a:pt x="1751" y="0"/>
                    <a:pt x="1751" y="0"/>
                  </a:cubicBezTo>
                  <a:lnTo>
                    <a:pt x="5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40">
              <a:extLst>
                <a:ext uri="{FF2B5EF4-FFF2-40B4-BE49-F238E27FC236}">
                  <a16:creationId xmlns:a16="http://schemas.microsoft.com/office/drawing/2014/main" id="{F5F7AF99-A6E7-8E44-B8C3-C6EA336293D4}"/>
                </a:ext>
              </a:extLst>
            </p:cNvPr>
            <p:cNvSpPr>
              <a:spLocks/>
            </p:cNvSpPr>
            <p:nvPr userDrawn="1"/>
          </p:nvSpPr>
          <p:spPr bwMode="auto">
            <a:xfrm>
              <a:off x="2850" y="1895"/>
              <a:ext cx="523" cy="1109"/>
            </a:xfrm>
            <a:custGeom>
              <a:avLst/>
              <a:gdLst>
                <a:gd name="T0" fmla="*/ 1242 w 2112"/>
                <a:gd name="T1" fmla="*/ 1773 h 4481"/>
                <a:gd name="T2" fmla="*/ 1839 w 2112"/>
                <a:gd name="T3" fmla="*/ 2338 h 4481"/>
                <a:gd name="T4" fmla="*/ 1856 w 2112"/>
                <a:gd name="T5" fmla="*/ 1719 h 4481"/>
                <a:gd name="T6" fmla="*/ 1912 w 2112"/>
                <a:gd name="T7" fmla="*/ 1629 h 4481"/>
                <a:gd name="T8" fmla="*/ 2062 w 2112"/>
                <a:gd name="T9" fmla="*/ 795 h 4481"/>
                <a:gd name="T10" fmla="*/ 2112 w 2112"/>
                <a:gd name="T11" fmla="*/ 740 h 4481"/>
                <a:gd name="T12" fmla="*/ 1354 w 2112"/>
                <a:gd name="T13" fmla="*/ 0 h 4481"/>
                <a:gd name="T14" fmla="*/ 0 w 2112"/>
                <a:gd name="T15" fmla="*/ 0 h 4481"/>
                <a:gd name="T16" fmla="*/ 0 w 2112"/>
                <a:gd name="T17" fmla="*/ 4481 h 4481"/>
                <a:gd name="T18" fmla="*/ 1242 w 2112"/>
                <a:gd name="T19" fmla="*/ 4481 h 4481"/>
                <a:gd name="T20" fmla="*/ 1242 w 2112"/>
                <a:gd name="T21" fmla="*/ 1773 h 4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2" h="4481">
                  <a:moveTo>
                    <a:pt x="1242" y="1773"/>
                  </a:moveTo>
                  <a:cubicBezTo>
                    <a:pt x="1242" y="1773"/>
                    <a:pt x="1790" y="2292"/>
                    <a:pt x="1839" y="2338"/>
                  </a:cubicBezTo>
                  <a:cubicBezTo>
                    <a:pt x="1787" y="2144"/>
                    <a:pt x="1751" y="1887"/>
                    <a:pt x="1856" y="1719"/>
                  </a:cubicBezTo>
                  <a:cubicBezTo>
                    <a:pt x="1912" y="1629"/>
                    <a:pt x="1912" y="1629"/>
                    <a:pt x="1912" y="1629"/>
                  </a:cubicBezTo>
                  <a:cubicBezTo>
                    <a:pt x="1855" y="1323"/>
                    <a:pt x="1869" y="1006"/>
                    <a:pt x="2062" y="795"/>
                  </a:cubicBezTo>
                  <a:cubicBezTo>
                    <a:pt x="2112" y="740"/>
                    <a:pt x="2112" y="740"/>
                    <a:pt x="2112" y="740"/>
                  </a:cubicBezTo>
                  <a:cubicBezTo>
                    <a:pt x="1354" y="0"/>
                    <a:pt x="1354" y="0"/>
                    <a:pt x="1354" y="0"/>
                  </a:cubicBezTo>
                  <a:cubicBezTo>
                    <a:pt x="0" y="0"/>
                    <a:pt x="0" y="0"/>
                    <a:pt x="0" y="0"/>
                  </a:cubicBezTo>
                  <a:cubicBezTo>
                    <a:pt x="0" y="4481"/>
                    <a:pt x="0" y="4481"/>
                    <a:pt x="0" y="4481"/>
                  </a:cubicBezTo>
                  <a:cubicBezTo>
                    <a:pt x="1242" y="4481"/>
                    <a:pt x="1242" y="4481"/>
                    <a:pt x="1242" y="4481"/>
                  </a:cubicBezTo>
                  <a:lnTo>
                    <a:pt x="1242" y="17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41">
              <a:extLst>
                <a:ext uri="{FF2B5EF4-FFF2-40B4-BE49-F238E27FC236}">
                  <a16:creationId xmlns:a16="http://schemas.microsoft.com/office/drawing/2014/main" id="{BA6B4724-173F-A148-A58A-7BD739179432}"/>
                </a:ext>
              </a:extLst>
            </p:cNvPr>
            <p:cNvSpPr>
              <a:spLocks/>
            </p:cNvSpPr>
            <p:nvPr userDrawn="1"/>
          </p:nvSpPr>
          <p:spPr bwMode="auto">
            <a:xfrm>
              <a:off x="3792" y="3082"/>
              <a:ext cx="352" cy="210"/>
            </a:xfrm>
            <a:custGeom>
              <a:avLst/>
              <a:gdLst>
                <a:gd name="T0" fmla="*/ 264 w 1420"/>
                <a:gd name="T1" fmla="*/ 22 h 850"/>
                <a:gd name="T2" fmla="*/ 977 w 1420"/>
                <a:gd name="T3" fmla="*/ 90 h 850"/>
                <a:gd name="T4" fmla="*/ 1098 w 1420"/>
                <a:gd name="T5" fmla="*/ 235 h 850"/>
                <a:gd name="T6" fmla="*/ 839 w 1420"/>
                <a:gd name="T7" fmla="*/ 204 h 850"/>
                <a:gd name="T8" fmla="*/ 830 w 1420"/>
                <a:gd name="T9" fmla="*/ 299 h 850"/>
                <a:gd name="T10" fmla="*/ 1115 w 1420"/>
                <a:gd name="T11" fmla="*/ 258 h 850"/>
                <a:gd name="T12" fmla="*/ 1406 w 1420"/>
                <a:gd name="T13" fmla="*/ 463 h 850"/>
                <a:gd name="T14" fmla="*/ 1104 w 1420"/>
                <a:gd name="T15" fmla="*/ 436 h 850"/>
                <a:gd name="T16" fmla="*/ 636 w 1420"/>
                <a:gd name="T17" fmla="*/ 622 h 850"/>
                <a:gd name="T18" fmla="*/ 120 w 1420"/>
                <a:gd name="T19" fmla="*/ 850 h 850"/>
                <a:gd name="T20" fmla="*/ 429 w 1420"/>
                <a:gd name="T21" fmla="*/ 520 h 850"/>
                <a:gd name="T22" fmla="*/ 131 w 1420"/>
                <a:gd name="T23" fmla="*/ 416 h 850"/>
                <a:gd name="T24" fmla="*/ 375 w 1420"/>
                <a:gd name="T25" fmla="*/ 203 h 850"/>
                <a:gd name="T26" fmla="*/ 0 w 1420"/>
                <a:gd name="T27" fmla="*/ 0 h 850"/>
                <a:gd name="T28" fmla="*/ 264 w 1420"/>
                <a:gd name="T29" fmla="*/ 22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0" h="850">
                  <a:moveTo>
                    <a:pt x="264" y="22"/>
                  </a:moveTo>
                  <a:cubicBezTo>
                    <a:pt x="558" y="44"/>
                    <a:pt x="767" y="64"/>
                    <a:pt x="977" y="90"/>
                  </a:cubicBezTo>
                  <a:cubicBezTo>
                    <a:pt x="1057" y="100"/>
                    <a:pt x="1088" y="192"/>
                    <a:pt x="1098" y="235"/>
                  </a:cubicBezTo>
                  <a:cubicBezTo>
                    <a:pt x="998" y="210"/>
                    <a:pt x="839" y="204"/>
                    <a:pt x="839" y="204"/>
                  </a:cubicBezTo>
                  <a:cubicBezTo>
                    <a:pt x="830" y="299"/>
                    <a:pt x="830" y="299"/>
                    <a:pt x="830" y="299"/>
                  </a:cubicBezTo>
                  <a:cubicBezTo>
                    <a:pt x="830" y="299"/>
                    <a:pt x="966" y="260"/>
                    <a:pt x="1115" y="258"/>
                  </a:cubicBezTo>
                  <a:cubicBezTo>
                    <a:pt x="1115" y="258"/>
                    <a:pt x="1420" y="257"/>
                    <a:pt x="1406" y="463"/>
                  </a:cubicBezTo>
                  <a:cubicBezTo>
                    <a:pt x="1322" y="405"/>
                    <a:pt x="1152" y="428"/>
                    <a:pt x="1104" y="436"/>
                  </a:cubicBezTo>
                  <a:cubicBezTo>
                    <a:pt x="951" y="461"/>
                    <a:pt x="805" y="532"/>
                    <a:pt x="636" y="622"/>
                  </a:cubicBezTo>
                  <a:cubicBezTo>
                    <a:pt x="482" y="703"/>
                    <a:pt x="315" y="791"/>
                    <a:pt x="120" y="850"/>
                  </a:cubicBezTo>
                  <a:cubicBezTo>
                    <a:pt x="206" y="767"/>
                    <a:pt x="429" y="520"/>
                    <a:pt x="429" y="520"/>
                  </a:cubicBezTo>
                  <a:cubicBezTo>
                    <a:pt x="131" y="416"/>
                    <a:pt x="131" y="416"/>
                    <a:pt x="131" y="416"/>
                  </a:cubicBezTo>
                  <a:cubicBezTo>
                    <a:pt x="375" y="203"/>
                    <a:pt x="375" y="203"/>
                    <a:pt x="375" y="203"/>
                  </a:cubicBezTo>
                  <a:cubicBezTo>
                    <a:pt x="0" y="0"/>
                    <a:pt x="0" y="0"/>
                    <a:pt x="0" y="0"/>
                  </a:cubicBezTo>
                  <a:cubicBezTo>
                    <a:pt x="93" y="8"/>
                    <a:pt x="182" y="15"/>
                    <a:pt x="264" y="2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42">
              <a:extLst>
                <a:ext uri="{FF2B5EF4-FFF2-40B4-BE49-F238E27FC236}">
                  <a16:creationId xmlns:a16="http://schemas.microsoft.com/office/drawing/2014/main" id="{73690B43-7688-2046-B603-45F20CD5DA0C}"/>
                </a:ext>
              </a:extLst>
            </p:cNvPr>
            <p:cNvSpPr>
              <a:spLocks/>
            </p:cNvSpPr>
            <p:nvPr userDrawn="1"/>
          </p:nvSpPr>
          <p:spPr bwMode="auto">
            <a:xfrm>
              <a:off x="3750" y="1503"/>
              <a:ext cx="59" cy="1386"/>
            </a:xfrm>
            <a:custGeom>
              <a:avLst/>
              <a:gdLst>
                <a:gd name="T0" fmla="*/ 236 w 236"/>
                <a:gd name="T1" fmla="*/ 0 h 5594"/>
                <a:gd name="T2" fmla="*/ 116 w 236"/>
                <a:gd name="T3" fmla="*/ 1792 h 5594"/>
                <a:gd name="T4" fmla="*/ 116 w 236"/>
                <a:gd name="T5" fmla="*/ 5108 h 5594"/>
                <a:gd name="T6" fmla="*/ 0 w 236"/>
                <a:gd name="T7" fmla="*/ 5594 h 5594"/>
              </a:gdLst>
              <a:ahLst/>
              <a:cxnLst>
                <a:cxn ang="0">
                  <a:pos x="T0" y="T1"/>
                </a:cxn>
                <a:cxn ang="0">
                  <a:pos x="T2" y="T3"/>
                </a:cxn>
                <a:cxn ang="0">
                  <a:pos x="T4" y="T5"/>
                </a:cxn>
                <a:cxn ang="0">
                  <a:pos x="T6" y="T7"/>
                </a:cxn>
              </a:cxnLst>
              <a:rect l="0" t="0" r="r" b="b"/>
              <a:pathLst>
                <a:path w="236" h="5594">
                  <a:moveTo>
                    <a:pt x="236" y="0"/>
                  </a:moveTo>
                  <a:cubicBezTo>
                    <a:pt x="236" y="0"/>
                    <a:pt x="116" y="644"/>
                    <a:pt x="116" y="1792"/>
                  </a:cubicBezTo>
                  <a:cubicBezTo>
                    <a:pt x="116" y="5108"/>
                    <a:pt x="116" y="5108"/>
                    <a:pt x="116" y="5108"/>
                  </a:cubicBezTo>
                  <a:cubicBezTo>
                    <a:pt x="116" y="5337"/>
                    <a:pt x="96" y="5474"/>
                    <a:pt x="0" y="55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43">
              <a:extLst>
                <a:ext uri="{FF2B5EF4-FFF2-40B4-BE49-F238E27FC236}">
                  <a16:creationId xmlns:a16="http://schemas.microsoft.com/office/drawing/2014/main" id="{A01F9FB1-2BA6-E94F-BB12-01CB2F12C7BC}"/>
                </a:ext>
              </a:extLst>
            </p:cNvPr>
            <p:cNvSpPr>
              <a:spLocks/>
            </p:cNvSpPr>
            <p:nvPr userDrawn="1"/>
          </p:nvSpPr>
          <p:spPr bwMode="auto">
            <a:xfrm>
              <a:off x="2919" y="1494"/>
              <a:ext cx="934" cy="1816"/>
            </a:xfrm>
            <a:custGeom>
              <a:avLst/>
              <a:gdLst>
                <a:gd name="T0" fmla="*/ 3358 w 3774"/>
                <a:gd name="T1" fmla="*/ 5632 h 7335"/>
                <a:gd name="T2" fmla="*/ 3079 w 3774"/>
                <a:gd name="T3" fmla="*/ 6187 h 7335"/>
                <a:gd name="T4" fmla="*/ 3079 w 3774"/>
                <a:gd name="T5" fmla="*/ 6187 h 7335"/>
                <a:gd name="T6" fmla="*/ 3302 w 3774"/>
                <a:gd name="T7" fmla="*/ 6410 h 7335"/>
                <a:gd name="T8" fmla="*/ 3720 w 3774"/>
                <a:gd name="T9" fmla="*/ 6636 h 7335"/>
                <a:gd name="T10" fmla="*/ 3449 w 3774"/>
                <a:gd name="T11" fmla="*/ 6873 h 7335"/>
                <a:gd name="T12" fmla="*/ 3774 w 3774"/>
                <a:gd name="T13" fmla="*/ 6975 h 7335"/>
                <a:gd name="T14" fmla="*/ 3441 w 3774"/>
                <a:gd name="T15" fmla="*/ 7312 h 7335"/>
                <a:gd name="T16" fmla="*/ 3169 w 3774"/>
                <a:gd name="T17" fmla="*/ 7335 h 7335"/>
                <a:gd name="T18" fmla="*/ 1281 w 3774"/>
                <a:gd name="T19" fmla="*/ 6924 h 7335"/>
                <a:gd name="T20" fmla="*/ 636 w 3774"/>
                <a:gd name="T21" fmla="*/ 7086 h 7335"/>
                <a:gd name="T22" fmla="*/ 823 w 3774"/>
                <a:gd name="T23" fmla="*/ 6882 h 7335"/>
                <a:gd name="T24" fmla="*/ 339 w 3774"/>
                <a:gd name="T25" fmla="*/ 6912 h 7335"/>
                <a:gd name="T26" fmla="*/ 675 w 3774"/>
                <a:gd name="T27" fmla="*/ 6684 h 7335"/>
                <a:gd name="T28" fmla="*/ 0 w 3774"/>
                <a:gd name="T29" fmla="*/ 6500 h 7335"/>
                <a:gd name="T30" fmla="*/ 1280 w 3774"/>
                <a:gd name="T31" fmla="*/ 6465 h 7335"/>
                <a:gd name="T32" fmla="*/ 2083 w 3774"/>
                <a:gd name="T33" fmla="*/ 6498 h 7335"/>
                <a:gd name="T34" fmla="*/ 1500 w 3774"/>
                <a:gd name="T35" fmla="*/ 6006 h 7335"/>
                <a:gd name="T36" fmla="*/ 1976 w 3774"/>
                <a:gd name="T37" fmla="*/ 6078 h 7335"/>
                <a:gd name="T38" fmla="*/ 1432 w 3774"/>
                <a:gd name="T39" fmla="*/ 5412 h 7335"/>
                <a:gd name="T40" fmla="*/ 1964 w 3774"/>
                <a:gd name="T41" fmla="*/ 5598 h 7335"/>
                <a:gd name="T42" fmla="*/ 1482 w 3774"/>
                <a:gd name="T43" fmla="*/ 4831 h 7335"/>
                <a:gd name="T44" fmla="*/ 1902 w 3774"/>
                <a:gd name="T45" fmla="*/ 5096 h 7335"/>
                <a:gd name="T46" fmla="*/ 1544 w 3774"/>
                <a:gd name="T47" fmla="*/ 4223 h 7335"/>
                <a:gd name="T48" fmla="*/ 1936 w 3774"/>
                <a:gd name="T49" fmla="*/ 4487 h 7335"/>
                <a:gd name="T50" fmla="*/ 1678 w 3774"/>
                <a:gd name="T51" fmla="*/ 3401 h 7335"/>
                <a:gd name="T52" fmla="*/ 2063 w 3774"/>
                <a:gd name="T53" fmla="*/ 4032 h 7335"/>
                <a:gd name="T54" fmla="*/ 1872 w 3774"/>
                <a:gd name="T55" fmla="*/ 2493 h 7335"/>
                <a:gd name="T56" fmla="*/ 2345 w 3774"/>
                <a:gd name="T57" fmla="*/ 3685 h 7335"/>
                <a:gd name="T58" fmla="*/ 2340 w 3774"/>
                <a:gd name="T59" fmla="*/ 1341 h 7335"/>
                <a:gd name="T60" fmla="*/ 2525 w 3774"/>
                <a:gd name="T61" fmla="*/ 2863 h 7335"/>
                <a:gd name="T62" fmla="*/ 3007 w 3774"/>
                <a:gd name="T63" fmla="*/ 550 h 7335"/>
                <a:gd name="T64" fmla="*/ 2911 w 3774"/>
                <a:gd name="T65" fmla="*/ 2268 h 7335"/>
                <a:gd name="T66" fmla="*/ 3594 w 3774"/>
                <a:gd name="T67" fmla="*/ 38 h 7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74" h="7335">
                  <a:moveTo>
                    <a:pt x="3358" y="5632"/>
                  </a:moveTo>
                  <a:cubicBezTo>
                    <a:pt x="3219" y="5793"/>
                    <a:pt x="3040" y="6021"/>
                    <a:pt x="3079" y="6187"/>
                  </a:cubicBezTo>
                  <a:cubicBezTo>
                    <a:pt x="3079" y="6187"/>
                    <a:pt x="3079" y="6187"/>
                    <a:pt x="3079" y="6187"/>
                  </a:cubicBezTo>
                  <a:cubicBezTo>
                    <a:pt x="3107" y="6325"/>
                    <a:pt x="3302" y="6410"/>
                    <a:pt x="3302" y="6410"/>
                  </a:cubicBezTo>
                  <a:cubicBezTo>
                    <a:pt x="3720" y="6636"/>
                    <a:pt x="3720" y="6636"/>
                    <a:pt x="3720" y="6636"/>
                  </a:cubicBezTo>
                  <a:cubicBezTo>
                    <a:pt x="3449" y="6873"/>
                    <a:pt x="3449" y="6873"/>
                    <a:pt x="3449" y="6873"/>
                  </a:cubicBezTo>
                  <a:cubicBezTo>
                    <a:pt x="3774" y="6975"/>
                    <a:pt x="3774" y="6975"/>
                    <a:pt x="3774" y="6975"/>
                  </a:cubicBezTo>
                  <a:cubicBezTo>
                    <a:pt x="3774" y="6975"/>
                    <a:pt x="3476" y="7281"/>
                    <a:pt x="3441" y="7312"/>
                  </a:cubicBezTo>
                  <a:cubicBezTo>
                    <a:pt x="3356" y="7326"/>
                    <a:pt x="3266" y="7335"/>
                    <a:pt x="3169" y="7335"/>
                  </a:cubicBezTo>
                  <a:cubicBezTo>
                    <a:pt x="2479" y="7335"/>
                    <a:pt x="1519" y="6927"/>
                    <a:pt x="1281" y="6924"/>
                  </a:cubicBezTo>
                  <a:cubicBezTo>
                    <a:pt x="995" y="6921"/>
                    <a:pt x="636" y="7086"/>
                    <a:pt x="636" y="7086"/>
                  </a:cubicBezTo>
                  <a:cubicBezTo>
                    <a:pt x="823" y="6882"/>
                    <a:pt x="823" y="6882"/>
                    <a:pt x="823" y="6882"/>
                  </a:cubicBezTo>
                  <a:cubicBezTo>
                    <a:pt x="823" y="6882"/>
                    <a:pt x="577" y="6932"/>
                    <a:pt x="339" y="6912"/>
                  </a:cubicBezTo>
                  <a:cubicBezTo>
                    <a:pt x="675" y="6684"/>
                    <a:pt x="675" y="6684"/>
                    <a:pt x="675" y="6684"/>
                  </a:cubicBezTo>
                  <a:cubicBezTo>
                    <a:pt x="380" y="6674"/>
                    <a:pt x="122" y="6586"/>
                    <a:pt x="0" y="6500"/>
                  </a:cubicBezTo>
                  <a:cubicBezTo>
                    <a:pt x="0" y="6500"/>
                    <a:pt x="543" y="6457"/>
                    <a:pt x="1280" y="6465"/>
                  </a:cubicBezTo>
                  <a:cubicBezTo>
                    <a:pt x="1578" y="6468"/>
                    <a:pt x="2083" y="6498"/>
                    <a:pt x="2083" y="6498"/>
                  </a:cubicBezTo>
                  <a:cubicBezTo>
                    <a:pt x="1834" y="6392"/>
                    <a:pt x="1600" y="6252"/>
                    <a:pt x="1500" y="6006"/>
                  </a:cubicBezTo>
                  <a:cubicBezTo>
                    <a:pt x="1976" y="6078"/>
                    <a:pt x="1976" y="6078"/>
                    <a:pt x="1976" y="6078"/>
                  </a:cubicBezTo>
                  <a:cubicBezTo>
                    <a:pt x="1776" y="5956"/>
                    <a:pt x="1486" y="5649"/>
                    <a:pt x="1432" y="5412"/>
                  </a:cubicBezTo>
                  <a:cubicBezTo>
                    <a:pt x="1964" y="5598"/>
                    <a:pt x="1964" y="5598"/>
                    <a:pt x="1964" y="5598"/>
                  </a:cubicBezTo>
                  <a:cubicBezTo>
                    <a:pt x="1869" y="5496"/>
                    <a:pt x="1541" y="5188"/>
                    <a:pt x="1482" y="4831"/>
                  </a:cubicBezTo>
                  <a:cubicBezTo>
                    <a:pt x="1902" y="5096"/>
                    <a:pt x="1902" y="5096"/>
                    <a:pt x="1902" y="5096"/>
                  </a:cubicBezTo>
                  <a:cubicBezTo>
                    <a:pt x="1792" y="4985"/>
                    <a:pt x="1493" y="4396"/>
                    <a:pt x="1544" y="4223"/>
                  </a:cubicBezTo>
                  <a:cubicBezTo>
                    <a:pt x="1936" y="4487"/>
                    <a:pt x="1936" y="4487"/>
                    <a:pt x="1936" y="4487"/>
                  </a:cubicBezTo>
                  <a:cubicBezTo>
                    <a:pt x="1748" y="4255"/>
                    <a:pt x="1529" y="3640"/>
                    <a:pt x="1678" y="3401"/>
                  </a:cubicBezTo>
                  <a:cubicBezTo>
                    <a:pt x="1797" y="3864"/>
                    <a:pt x="2063" y="4032"/>
                    <a:pt x="2063" y="4032"/>
                  </a:cubicBezTo>
                  <a:cubicBezTo>
                    <a:pt x="1889" y="3780"/>
                    <a:pt x="1513" y="2887"/>
                    <a:pt x="1872" y="2493"/>
                  </a:cubicBezTo>
                  <a:cubicBezTo>
                    <a:pt x="1966" y="3384"/>
                    <a:pt x="2345" y="3685"/>
                    <a:pt x="2345" y="3685"/>
                  </a:cubicBezTo>
                  <a:cubicBezTo>
                    <a:pt x="2031" y="3186"/>
                    <a:pt x="1674" y="1652"/>
                    <a:pt x="2340" y="1341"/>
                  </a:cubicBezTo>
                  <a:cubicBezTo>
                    <a:pt x="2210" y="2327"/>
                    <a:pt x="2525" y="2863"/>
                    <a:pt x="2525" y="2863"/>
                  </a:cubicBezTo>
                  <a:cubicBezTo>
                    <a:pt x="2326" y="1955"/>
                    <a:pt x="2332" y="668"/>
                    <a:pt x="3007" y="550"/>
                  </a:cubicBezTo>
                  <a:cubicBezTo>
                    <a:pt x="2676" y="1520"/>
                    <a:pt x="2911" y="2268"/>
                    <a:pt x="2911" y="2268"/>
                  </a:cubicBezTo>
                  <a:cubicBezTo>
                    <a:pt x="2863" y="0"/>
                    <a:pt x="3594" y="38"/>
                    <a:pt x="3594" y="3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0" name="Title 1">
            <a:extLst>
              <a:ext uri="{FF2B5EF4-FFF2-40B4-BE49-F238E27FC236}">
                <a16:creationId xmlns:a16="http://schemas.microsoft.com/office/drawing/2014/main" id="{FCA2CDB4-E17C-E649-820E-BCA39DB9E25F}"/>
              </a:ext>
            </a:extLst>
          </p:cNvPr>
          <p:cNvSpPr>
            <a:spLocks noGrp="1"/>
          </p:cNvSpPr>
          <p:nvPr>
            <p:ph type="title"/>
          </p:nvPr>
        </p:nvSpPr>
        <p:spPr>
          <a:xfrm>
            <a:off x="504825" y="549275"/>
            <a:ext cx="5770563" cy="1462405"/>
          </a:xfrm>
        </p:spPr>
        <p:txBody>
          <a:bodyPr/>
          <a:lstStyle>
            <a:lvl1pPr>
              <a:defRPr>
                <a:solidFill>
                  <a:schemeClr val="bg1"/>
                </a:solidFill>
              </a:defRPr>
            </a:lvl1pPr>
          </a:lstStyle>
          <a:p>
            <a:r>
              <a:rPr lang="en-US"/>
              <a:t>Click to edit Master title style</a:t>
            </a:r>
            <a:endParaRPr lang="en-GB" dirty="0"/>
          </a:p>
        </p:txBody>
      </p:sp>
      <p:sp>
        <p:nvSpPr>
          <p:cNvPr id="51" name="Subtitle or Presenter">
            <a:extLst>
              <a:ext uri="{FF2B5EF4-FFF2-40B4-BE49-F238E27FC236}">
                <a16:creationId xmlns:a16="http://schemas.microsoft.com/office/drawing/2014/main" id="{F57DE6AE-F7B2-2647-BC16-ADFAC4A6A310}"/>
              </a:ext>
            </a:extLst>
          </p:cNvPr>
          <p:cNvSpPr>
            <a:spLocks noGrp="1"/>
          </p:cNvSpPr>
          <p:nvPr>
            <p:ph type="body" sz="quarter" idx="12" hasCustomPrompt="1"/>
          </p:nvPr>
        </p:nvSpPr>
        <p:spPr>
          <a:xfrm>
            <a:off x="504824"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 or </a:t>
            </a:r>
            <a:br>
              <a:rPr lang="en-US" dirty="0"/>
            </a:br>
            <a:r>
              <a:rPr lang="en-US" dirty="0"/>
              <a:t>Presenter</a:t>
            </a:r>
          </a:p>
        </p:txBody>
      </p:sp>
      <p:sp>
        <p:nvSpPr>
          <p:cNvPr id="52" name="Date">
            <a:extLst>
              <a:ext uri="{FF2B5EF4-FFF2-40B4-BE49-F238E27FC236}">
                <a16:creationId xmlns:a16="http://schemas.microsoft.com/office/drawing/2014/main" id="{10EE96C6-ECE4-6B40-BA70-0D1A7DC61388}"/>
              </a:ext>
            </a:extLst>
          </p:cNvPr>
          <p:cNvSpPr>
            <a:spLocks noGrp="1"/>
          </p:cNvSpPr>
          <p:nvPr>
            <p:ph type="body" sz="quarter" idx="13" hasCustomPrompt="1"/>
          </p:nvPr>
        </p:nvSpPr>
        <p:spPr>
          <a:xfrm>
            <a:off x="3549332" y="2634109"/>
            <a:ext cx="2726056" cy="639673"/>
          </a:xfrm>
        </p:spPr>
        <p:txBody>
          <a:bodyPr/>
          <a:lstStyle>
            <a:lvl1pPr>
              <a:lnSpc>
                <a:spcPct val="112000"/>
              </a:lnSpc>
              <a:spcAft>
                <a:spcPts val="0"/>
              </a:spcAf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Date</a:t>
            </a:r>
          </a:p>
        </p:txBody>
      </p:sp>
      <p:sp>
        <p:nvSpPr>
          <p:cNvPr id="53" name="Text Placeholder 2">
            <a:extLst>
              <a:ext uri="{FF2B5EF4-FFF2-40B4-BE49-F238E27FC236}">
                <a16:creationId xmlns:a16="http://schemas.microsoft.com/office/drawing/2014/main" id="{6C0B8880-10E0-6F45-8BA1-F5BBCB515580}"/>
              </a:ext>
            </a:extLst>
          </p:cNvPr>
          <p:cNvSpPr>
            <a:spLocks noGrp="1"/>
          </p:cNvSpPr>
          <p:nvPr>
            <p:ph type="body" sz="quarter" idx="14" hasCustomPrompt="1"/>
          </p:nvPr>
        </p:nvSpPr>
        <p:spPr>
          <a:xfrm>
            <a:off x="504824" y="2207368"/>
            <a:ext cx="5770562" cy="271672"/>
          </a:xfrm>
        </p:spPr>
        <p:txBody>
          <a:bodyPr/>
          <a:lstStyle>
            <a:lvl1pPr>
              <a:defRPr sz="1600" b="1">
                <a:ln>
                  <a:noFill/>
                </a:ln>
                <a:solidFill>
                  <a:schemeClr val="bg1"/>
                </a:solidFill>
              </a:defRPr>
            </a:lvl1pPr>
          </a:lstStyle>
          <a:p>
            <a:pPr lvl="0"/>
            <a:r>
              <a:rPr lang="en-US" dirty="0"/>
              <a:t>Department name</a:t>
            </a:r>
          </a:p>
        </p:txBody>
      </p:sp>
    </p:spTree>
    <p:extLst>
      <p:ext uri="{BB962C8B-B14F-4D97-AF65-F5344CB8AC3E}">
        <p14:creationId xmlns:p14="http://schemas.microsoft.com/office/powerpoint/2010/main" val="238129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tx2"/>
        </a:solidFill>
        <a:effectLst/>
      </p:bgPr>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6A3F484B-733E-DD40-9856-D3480EB05B8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5" name="Nationwide logo" descr="Nationwide is on your side">
            <a:extLst>
              <a:ext uri="{FF2B5EF4-FFF2-40B4-BE49-F238E27FC236}">
                <a16:creationId xmlns:a16="http://schemas.microsoft.com/office/drawing/2014/main" id="{958F4D21-EEDA-41F1-870B-3790AF38A4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800" y="2369017"/>
            <a:ext cx="2138400" cy="2334271"/>
          </a:xfrm>
          <a:prstGeom prst="rect">
            <a:avLst/>
          </a:prstGeom>
        </p:spPr>
      </p:pic>
    </p:spTree>
    <p:extLst>
      <p:ext uri="{BB962C8B-B14F-4D97-AF65-F5344CB8AC3E}">
        <p14:creationId xmlns:p14="http://schemas.microsoft.com/office/powerpoint/2010/main" val="394986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
            <a:extLst>
              <a:ext uri="{FF2B5EF4-FFF2-40B4-BE49-F238E27FC236}">
                <a16:creationId xmlns:a16="http://schemas.microsoft.com/office/drawing/2014/main" id="{136940F4-4C25-4D67-9351-D7D2C1C1BDA3}"/>
              </a:ext>
            </a:extLst>
          </p:cNvPr>
          <p:cNvSpPr>
            <a:spLocks noGrp="1"/>
          </p:cNvSpPr>
          <p:nvPr>
            <p:ph type="title"/>
          </p:nvPr>
        </p:nvSpPr>
        <p:spPr>
          <a:xfrm>
            <a:off x="504000" y="550798"/>
            <a:ext cx="11183175" cy="932562"/>
          </a:xfrm>
        </p:spPr>
        <p:txBody>
          <a:bodyPr/>
          <a:lstStyle/>
          <a:p>
            <a:r>
              <a:rPr lang="en-US"/>
              <a:t>Click to edit Master title style</a:t>
            </a:r>
            <a:endParaRPr lang="en-GB" dirty="0"/>
          </a:p>
        </p:txBody>
      </p:sp>
      <p:sp>
        <p:nvSpPr>
          <p:cNvPr id="9" name="Text Placeholder 1">
            <a:extLst>
              <a:ext uri="{FF2B5EF4-FFF2-40B4-BE49-F238E27FC236}">
                <a16:creationId xmlns:a16="http://schemas.microsoft.com/office/drawing/2014/main" id="{CFD3E70C-B524-482C-8CA3-D6F041003102}"/>
              </a:ext>
            </a:extLst>
          </p:cNvPr>
          <p:cNvSpPr>
            <a:spLocks noGrp="1"/>
          </p:cNvSpPr>
          <p:nvPr>
            <p:ph type="body" sz="quarter" idx="13"/>
          </p:nvPr>
        </p:nvSpPr>
        <p:spPr>
          <a:xfrm>
            <a:off x="503237"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4" name="Text Placeholder 2">
            <a:extLst>
              <a:ext uri="{FF2B5EF4-FFF2-40B4-BE49-F238E27FC236}">
                <a16:creationId xmlns:a16="http://schemas.microsoft.com/office/drawing/2014/main" id="{C137E720-7C19-45D8-93AC-F3C347EBF28C}"/>
              </a:ext>
            </a:extLst>
          </p:cNvPr>
          <p:cNvSpPr>
            <a:spLocks noGrp="1"/>
          </p:cNvSpPr>
          <p:nvPr>
            <p:ph type="body" sz="quarter" idx="14"/>
          </p:nvPr>
        </p:nvSpPr>
        <p:spPr>
          <a:xfrm>
            <a:off x="4374584" y="1595120"/>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15" name="Text Placeholder 3">
            <a:extLst>
              <a:ext uri="{FF2B5EF4-FFF2-40B4-BE49-F238E27FC236}">
                <a16:creationId xmlns:a16="http://schemas.microsoft.com/office/drawing/2014/main" id="{AAE46DAB-D2A9-4816-A4C7-0D70ED515CDD}"/>
              </a:ext>
            </a:extLst>
          </p:cNvPr>
          <p:cNvSpPr>
            <a:spLocks noGrp="1"/>
          </p:cNvSpPr>
          <p:nvPr>
            <p:ph type="body" sz="quarter" idx="15"/>
          </p:nvPr>
        </p:nvSpPr>
        <p:spPr>
          <a:xfrm>
            <a:off x="8244342" y="1595121"/>
            <a:ext cx="3442833" cy="4365413"/>
          </a:xfrm>
        </p:spPr>
        <p:txBody>
          <a:bodyPr numCol="1" spcCol="432000"/>
          <a:lstStyle>
            <a:lvl1pPr>
              <a:spcAft>
                <a:spcPts val="567"/>
              </a:spcAft>
              <a:tabLst>
                <a:tab pos="378000" algn="l"/>
              </a:tabLst>
              <a:defRPr sz="1200"/>
            </a:lvl1pPr>
            <a:lvl2pPr>
              <a:spcBef>
                <a:spcPts val="1984"/>
              </a:spcBef>
              <a:spcAft>
                <a:spcPts val="567"/>
              </a:spcAft>
              <a:tabLst>
                <a:tab pos="378000" algn="l"/>
              </a:tabLst>
              <a:defRPr sz="1200"/>
            </a:lvl2pPr>
            <a:lvl3pPr>
              <a:defRPr sz="1000"/>
            </a:lvl3pPr>
            <a:lvl4pPr>
              <a:defRPr sz="1000"/>
            </a:lvl4pPr>
            <a:lvl5pPr>
              <a:defRPr sz="1000"/>
            </a:lvl5pPr>
          </a:lstStyle>
          <a:p>
            <a:pPr lvl="0"/>
            <a:r>
              <a:rPr lang="en-US"/>
              <a:t>Click to edit Master text styles</a:t>
            </a:r>
          </a:p>
          <a:p>
            <a:pPr lvl="1"/>
            <a:r>
              <a:rPr lang="en-US"/>
              <a:t>Second level</a:t>
            </a:r>
          </a:p>
        </p:txBody>
      </p:sp>
      <p:sp>
        <p:nvSpPr>
          <p:cNvPr id="3" name="Footnotes Placeholder">
            <a:extLst>
              <a:ext uri="{FF2B5EF4-FFF2-40B4-BE49-F238E27FC236}">
                <a16:creationId xmlns:a16="http://schemas.microsoft.com/office/drawing/2014/main" id="{0EDDB71E-0C28-EF43-91D0-41503962A117}"/>
              </a:ext>
            </a:extLst>
          </p:cNvPr>
          <p:cNvSpPr>
            <a:spLocks noGrp="1"/>
          </p:cNvSpPr>
          <p:nvPr>
            <p:ph type="body" sz="quarter" idx="19" hasCustomPrompt="1"/>
          </p:nvPr>
        </p:nvSpPr>
        <p:spPr>
          <a:xfrm>
            <a:off x="503238" y="6073775"/>
            <a:ext cx="11183937" cy="371475"/>
          </a:xfrm>
        </p:spPr>
        <p:txBody>
          <a:bodyPr/>
          <a:lstStyle>
            <a:lvl1pPr>
              <a:spcAft>
                <a:spcPts val="0"/>
              </a:spcAft>
              <a:defRPr sz="800"/>
            </a:lvl1pPr>
          </a:lstStyle>
          <a:p>
            <a:pPr lvl="0"/>
            <a:r>
              <a:rPr lang="en-US" sz="800" dirty="0"/>
              <a:t> * Tied directly to information on page</a:t>
            </a:r>
            <a:br>
              <a:rPr lang="en-US" sz="800" dirty="0"/>
            </a:br>
            <a:r>
              <a:rPr lang="en-US" sz="800" dirty="0"/>
              <a:t>** Tied directly to information on page</a:t>
            </a:r>
            <a:br>
              <a:rPr lang="en-US" sz="800" dirty="0"/>
            </a:br>
            <a:r>
              <a:rPr lang="en-US" sz="800" dirty="0"/>
              <a:t>Source: Source information goes here</a:t>
            </a:r>
          </a:p>
        </p:txBody>
      </p:sp>
      <p:sp>
        <p:nvSpPr>
          <p:cNvPr id="10" name="Date Placeholder ">
            <a:extLst>
              <a:ext uri="{FF2B5EF4-FFF2-40B4-BE49-F238E27FC236}">
                <a16:creationId xmlns:a16="http://schemas.microsoft.com/office/drawing/2014/main" id="{A2836D8F-646B-402F-9B80-2A2AE690B7C1}"/>
              </a:ext>
            </a:extLst>
          </p:cNvPr>
          <p:cNvSpPr>
            <a:spLocks noGrp="1"/>
          </p:cNvSpPr>
          <p:nvPr>
            <p:ph type="dt" sz="half" idx="16"/>
          </p:nvPr>
        </p:nvSpPr>
        <p:spPr/>
        <p:txBody>
          <a:bodyPr/>
          <a:lstStyle/>
          <a:p>
            <a:pPr algn="l"/>
            <a:r>
              <a:rPr lang="en-US" dirty="0"/>
              <a:t>6/14/21</a:t>
            </a:r>
            <a:endParaRPr lang="en-GB" dirty="0"/>
          </a:p>
        </p:txBody>
      </p:sp>
      <p:sp>
        <p:nvSpPr>
          <p:cNvPr id="16" name="Footer Placeholder ">
            <a:extLst>
              <a:ext uri="{FF2B5EF4-FFF2-40B4-BE49-F238E27FC236}">
                <a16:creationId xmlns:a16="http://schemas.microsoft.com/office/drawing/2014/main" id="{83CE1247-CA20-4FDE-862F-00A2DA3BF0A8}"/>
              </a:ext>
            </a:extLst>
          </p:cNvPr>
          <p:cNvSpPr>
            <a:spLocks noGrp="1"/>
          </p:cNvSpPr>
          <p:nvPr>
            <p:ph type="ftr" sz="quarter" idx="17"/>
          </p:nvPr>
        </p:nvSpPr>
        <p:spPr/>
        <p:txBody>
          <a:bodyPr/>
          <a:lstStyle/>
          <a:p>
            <a:r>
              <a:rPr lang="en-GB" dirty="0"/>
              <a:t>To create or edit a header or footer, go to Insert &gt; Header &amp; Footer</a:t>
            </a:r>
          </a:p>
        </p:txBody>
      </p:sp>
      <p:sp>
        <p:nvSpPr>
          <p:cNvPr id="17" name="Slide Number Placeholder ">
            <a:extLst>
              <a:ext uri="{FF2B5EF4-FFF2-40B4-BE49-F238E27FC236}">
                <a16:creationId xmlns:a16="http://schemas.microsoft.com/office/drawing/2014/main" id="{4ABD9BE9-7037-484D-A63B-DAF752468104}"/>
              </a:ext>
            </a:extLst>
          </p:cNvPr>
          <p:cNvSpPr>
            <a:spLocks noGrp="1"/>
          </p:cNvSpPr>
          <p:nvPr>
            <p:ph type="sldNum" sz="quarter" idx="18"/>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2626658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798"/>
            <a:ext cx="11183175" cy="932562"/>
          </a:xfrm>
        </p:spPr>
        <p:txBody>
          <a:bodyPr/>
          <a:lstStyle/>
          <a:p>
            <a:r>
              <a:rPr lang="en-US"/>
              <a:t>Click to edit Master title style</a:t>
            </a:r>
            <a:endParaRPr lang="en-GB" dirty="0"/>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5" y="1595121"/>
            <a:ext cx="11182350" cy="434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notes Placeholder ">
            <a:extLst>
              <a:ext uri="{FF2B5EF4-FFF2-40B4-BE49-F238E27FC236}">
                <a16:creationId xmlns:a16="http://schemas.microsoft.com/office/drawing/2014/main" id="{AF40312D-E56F-914A-9CC0-AC4F5923B2CB}"/>
              </a:ext>
            </a:extLst>
          </p:cNvPr>
          <p:cNvSpPr>
            <a:spLocks noGrp="1"/>
          </p:cNvSpPr>
          <p:nvPr>
            <p:ph type="body" sz="quarter" idx="13" hasCustomPrompt="1"/>
          </p:nvPr>
        </p:nvSpPr>
        <p:spPr>
          <a:xfrm>
            <a:off x="504000" y="6055361"/>
            <a:ext cx="11183175" cy="381107"/>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7" name="Date Placeholder ">
            <a:extLst>
              <a:ext uri="{FF2B5EF4-FFF2-40B4-BE49-F238E27FC236}">
                <a16:creationId xmlns:a16="http://schemas.microsoft.com/office/drawing/2014/main" id="{9434DF19-C9BA-D048-9E40-3B3C63627094}"/>
              </a:ext>
            </a:extLst>
          </p:cNvPr>
          <p:cNvSpPr>
            <a:spLocks noGrp="1"/>
          </p:cNvSpPr>
          <p:nvPr>
            <p:ph type="dt" sz="half" idx="10"/>
          </p:nvPr>
        </p:nvSpPr>
        <p:spPr/>
        <p:txBody>
          <a:bodyPr/>
          <a:lstStyle/>
          <a:p>
            <a:pPr algn="l"/>
            <a:r>
              <a:rPr lang="en-US" dirty="0"/>
              <a:t>6/14/21</a:t>
            </a:r>
            <a:endParaRPr lang="en-GB" dirty="0"/>
          </a:p>
        </p:txBody>
      </p:sp>
      <p:sp>
        <p:nvSpPr>
          <p:cNvPr id="8" name="Footer Placeholder ">
            <a:extLst>
              <a:ext uri="{FF2B5EF4-FFF2-40B4-BE49-F238E27FC236}">
                <a16:creationId xmlns:a16="http://schemas.microsoft.com/office/drawing/2014/main" id="{CCADF828-A606-B144-B40B-41CC623EF845}"/>
              </a:ext>
            </a:extLst>
          </p:cNvPr>
          <p:cNvSpPr>
            <a:spLocks noGrp="1"/>
          </p:cNvSpPr>
          <p:nvPr>
            <p:ph type="ftr" sz="quarter" idx="11"/>
          </p:nvPr>
        </p:nvSpPr>
        <p:spPr/>
        <p:txBody>
          <a:bodyPr/>
          <a:lstStyle/>
          <a:p>
            <a:r>
              <a:rPr lang="en-GB" dirty="0"/>
              <a:t>To create or edit a header or footer, go to Insert &gt; Header &amp; Footer</a:t>
            </a:r>
          </a:p>
        </p:txBody>
      </p:sp>
      <p:sp>
        <p:nvSpPr>
          <p:cNvPr id="9" name="Slide Number Placeholder ">
            <a:extLst>
              <a:ext uri="{FF2B5EF4-FFF2-40B4-BE49-F238E27FC236}">
                <a16:creationId xmlns:a16="http://schemas.microsoft.com/office/drawing/2014/main" id="{AC2C5185-2FFB-9042-B8D2-9F63941B9E6D}"/>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990185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Blocks of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p:nvPr>
        </p:nvSpPr>
        <p:spPr>
          <a:xfrm>
            <a:off x="504000" y="550798"/>
            <a:ext cx="11183175" cy="932562"/>
          </a:xfrm>
        </p:spPr>
        <p:txBody>
          <a:bodyPr/>
          <a:lstStyle/>
          <a:p>
            <a:r>
              <a:rPr lang="en-US"/>
              <a:t>Click to edit Master title style</a:t>
            </a:r>
            <a:endParaRPr lang="en-GB" dirty="0"/>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6275388" y="1595120"/>
            <a:ext cx="5410800" cy="4354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notes Placeholder">
            <a:extLst>
              <a:ext uri="{FF2B5EF4-FFF2-40B4-BE49-F238E27FC236}">
                <a16:creationId xmlns:a16="http://schemas.microsoft.com/office/drawing/2014/main" id="{B8E57C51-F7D5-CC49-A6F0-37AE2CCB95B8}"/>
              </a:ext>
            </a:extLst>
          </p:cNvPr>
          <p:cNvSpPr>
            <a:spLocks noGrp="1"/>
          </p:cNvSpPr>
          <p:nvPr>
            <p:ph type="body" sz="quarter" idx="13" hasCustomPrompt="1"/>
          </p:nvPr>
        </p:nvSpPr>
        <p:spPr>
          <a:xfrm>
            <a:off x="503238" y="6065838"/>
            <a:ext cx="11182350" cy="358111"/>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8" name="Date Placeholder ">
            <a:extLst>
              <a:ext uri="{FF2B5EF4-FFF2-40B4-BE49-F238E27FC236}">
                <a16:creationId xmlns:a16="http://schemas.microsoft.com/office/drawing/2014/main" id="{2DBAA558-0E78-C349-9E01-07AEEEEBFDB4}"/>
              </a:ext>
            </a:extLst>
          </p:cNvPr>
          <p:cNvSpPr>
            <a:spLocks noGrp="1"/>
          </p:cNvSpPr>
          <p:nvPr>
            <p:ph type="dt" sz="half" idx="10"/>
          </p:nvPr>
        </p:nvSpPr>
        <p:spPr/>
        <p:txBody>
          <a:bodyPr/>
          <a:lstStyle/>
          <a:p>
            <a:pPr algn="l"/>
            <a:r>
              <a:rPr lang="en-US" dirty="0"/>
              <a:t>6/14/21</a:t>
            </a:r>
            <a:endParaRPr lang="en-GB" dirty="0"/>
          </a:p>
        </p:txBody>
      </p:sp>
      <p:sp>
        <p:nvSpPr>
          <p:cNvPr id="9" name="Footer Placeholder ">
            <a:extLst>
              <a:ext uri="{FF2B5EF4-FFF2-40B4-BE49-F238E27FC236}">
                <a16:creationId xmlns:a16="http://schemas.microsoft.com/office/drawing/2014/main" id="{6392F214-B197-0F43-85E3-7646D7E61044}"/>
              </a:ext>
            </a:extLst>
          </p:cNvPr>
          <p:cNvSpPr>
            <a:spLocks noGrp="1"/>
          </p:cNvSpPr>
          <p:nvPr>
            <p:ph type="ftr" sz="quarter" idx="11"/>
          </p:nvPr>
        </p:nvSpPr>
        <p:spPr/>
        <p:txBody>
          <a:bodyPr/>
          <a:lstStyle/>
          <a:p>
            <a:r>
              <a:rPr lang="en-GB" dirty="0"/>
              <a:t>To create or edit a header or footer, go to Insert &gt; Header &amp; Footer</a:t>
            </a:r>
          </a:p>
        </p:txBody>
      </p:sp>
      <p:sp>
        <p:nvSpPr>
          <p:cNvPr id="10" name="Slide Number Placeholder ">
            <a:extLst>
              <a:ext uri="{FF2B5EF4-FFF2-40B4-BE49-F238E27FC236}">
                <a16:creationId xmlns:a16="http://schemas.microsoft.com/office/drawing/2014/main" id="{618F6384-5879-204E-9BF1-65A3DB0BE6BA}"/>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69115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Blocks of Content and Subheadin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603F0A54-5B28-4308-9F4C-A89070E90C66}"/>
              </a:ext>
            </a:extLst>
          </p:cNvPr>
          <p:cNvSpPr>
            <a:spLocks noGrp="1"/>
          </p:cNvSpPr>
          <p:nvPr>
            <p:ph type="title" hasCustomPrompt="1"/>
          </p:nvPr>
        </p:nvSpPr>
        <p:spPr>
          <a:xfrm>
            <a:off x="504000" y="550798"/>
            <a:ext cx="11183175" cy="932562"/>
          </a:xfrm>
        </p:spPr>
        <p:txBody>
          <a:bodyPr/>
          <a:lstStyle/>
          <a:p>
            <a:r>
              <a:rPr lang="en-GB" dirty="0"/>
              <a:t>Click to </a:t>
            </a:r>
            <a:br>
              <a:rPr lang="en-GB" dirty="0"/>
            </a:br>
            <a:r>
              <a:rPr lang="en-GB" dirty="0"/>
              <a:t>edit Master title style</a:t>
            </a:r>
          </a:p>
        </p:txBody>
      </p:sp>
      <p:sp>
        <p:nvSpPr>
          <p:cNvPr id="10" name="Subtitle">
            <a:extLst>
              <a:ext uri="{FF2B5EF4-FFF2-40B4-BE49-F238E27FC236}">
                <a16:creationId xmlns:a16="http://schemas.microsoft.com/office/drawing/2014/main" id="{6C76187D-BF9E-C24D-AE49-F93C909EFA87}"/>
              </a:ext>
            </a:extLst>
          </p:cNvPr>
          <p:cNvSpPr>
            <a:spLocks noGrp="1"/>
          </p:cNvSpPr>
          <p:nvPr>
            <p:ph type="body" sz="quarter" idx="14"/>
          </p:nvPr>
        </p:nvSpPr>
        <p:spPr>
          <a:xfrm>
            <a:off x="504826" y="1595121"/>
            <a:ext cx="11182350" cy="457200"/>
          </a:xfrm>
        </p:spPr>
        <p:txBody>
          <a:bodyPr/>
          <a:lstStyle>
            <a:lvl1pPr>
              <a:defRPr sz="1700" b="1" i="0">
                <a:latin typeface="+mn-lt"/>
                <a:cs typeface="Gotham-Medium" pitchFamily="2" charset="0"/>
              </a:defRPr>
            </a:lvl1pPr>
            <a:lvl2pPr>
              <a:defRPr sz="1500"/>
            </a:lvl2pPr>
            <a:lvl3pPr>
              <a:defRPr sz="1500"/>
            </a:lvl3pPr>
            <a:lvl4pPr>
              <a:defRPr sz="1500"/>
            </a:lvl4pPr>
            <a:lvl5pPr>
              <a:defRPr sz="1500"/>
            </a:lvl5pPr>
          </a:lstStyle>
          <a:p>
            <a:pPr lvl="0"/>
            <a:r>
              <a:rPr lang="en-US"/>
              <a:t>Click to edit Master text styles</a:t>
            </a:r>
          </a:p>
        </p:txBody>
      </p:sp>
      <p:sp>
        <p:nvSpPr>
          <p:cNvPr id="3" name="Content Placeholder 1">
            <a:extLst>
              <a:ext uri="{FF2B5EF4-FFF2-40B4-BE49-F238E27FC236}">
                <a16:creationId xmlns:a16="http://schemas.microsoft.com/office/drawing/2014/main" id="{0B02CCA4-3CB8-459B-8F0C-82B1623A942F}"/>
              </a:ext>
            </a:extLst>
          </p:cNvPr>
          <p:cNvSpPr>
            <a:spLocks noGrp="1"/>
          </p:cNvSpPr>
          <p:nvPr>
            <p:ph sz="half" idx="1"/>
          </p:nvPr>
        </p:nvSpPr>
        <p:spPr>
          <a:xfrm>
            <a:off x="5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2">
            <a:extLst>
              <a:ext uri="{FF2B5EF4-FFF2-40B4-BE49-F238E27FC236}">
                <a16:creationId xmlns:a16="http://schemas.microsoft.com/office/drawing/2014/main" id="{257DC9AC-5058-43F9-9D95-42D4C6DCD43E}"/>
              </a:ext>
            </a:extLst>
          </p:cNvPr>
          <p:cNvSpPr>
            <a:spLocks noGrp="1"/>
          </p:cNvSpPr>
          <p:nvPr>
            <p:ph sz="half" idx="2"/>
          </p:nvPr>
        </p:nvSpPr>
        <p:spPr>
          <a:xfrm>
            <a:off x="4404000"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3">
            <a:extLst>
              <a:ext uri="{FF2B5EF4-FFF2-40B4-BE49-F238E27FC236}">
                <a16:creationId xmlns:a16="http://schemas.microsoft.com/office/drawing/2014/main" id="{49180339-D40B-3C49-9210-4319F4484A6D}"/>
              </a:ext>
            </a:extLst>
          </p:cNvPr>
          <p:cNvSpPr>
            <a:spLocks noGrp="1"/>
          </p:cNvSpPr>
          <p:nvPr>
            <p:ph sz="half" idx="13"/>
          </p:nvPr>
        </p:nvSpPr>
        <p:spPr>
          <a:xfrm>
            <a:off x="8295322" y="2164083"/>
            <a:ext cx="3384000" cy="37144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notes Placeholder ">
            <a:extLst>
              <a:ext uri="{FF2B5EF4-FFF2-40B4-BE49-F238E27FC236}">
                <a16:creationId xmlns:a16="http://schemas.microsoft.com/office/drawing/2014/main" id="{6A107447-0C54-2D43-A0FB-6E3797B1D8B1}"/>
              </a:ext>
            </a:extLst>
          </p:cNvPr>
          <p:cNvSpPr>
            <a:spLocks noGrp="1"/>
          </p:cNvSpPr>
          <p:nvPr>
            <p:ph type="body" sz="quarter" idx="18" hasCustomPrompt="1"/>
          </p:nvPr>
        </p:nvSpPr>
        <p:spPr>
          <a:xfrm>
            <a:off x="503238" y="6065134"/>
            <a:ext cx="11183937" cy="381704"/>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11" name="Date Placeholder ">
            <a:extLst>
              <a:ext uri="{FF2B5EF4-FFF2-40B4-BE49-F238E27FC236}">
                <a16:creationId xmlns:a16="http://schemas.microsoft.com/office/drawing/2014/main" id="{78CADE54-A192-C146-97A9-D92CB40BA643}"/>
              </a:ext>
            </a:extLst>
          </p:cNvPr>
          <p:cNvSpPr>
            <a:spLocks noGrp="1"/>
          </p:cNvSpPr>
          <p:nvPr>
            <p:ph type="dt" sz="half" idx="15"/>
          </p:nvPr>
        </p:nvSpPr>
        <p:spPr/>
        <p:txBody>
          <a:bodyPr/>
          <a:lstStyle/>
          <a:p>
            <a:pPr algn="l"/>
            <a:r>
              <a:rPr lang="en-US" dirty="0"/>
              <a:t>6/14/21</a:t>
            </a:r>
            <a:endParaRPr lang="en-GB" dirty="0"/>
          </a:p>
        </p:txBody>
      </p:sp>
      <p:sp>
        <p:nvSpPr>
          <p:cNvPr id="12" name="Footer Placeholder ">
            <a:extLst>
              <a:ext uri="{FF2B5EF4-FFF2-40B4-BE49-F238E27FC236}">
                <a16:creationId xmlns:a16="http://schemas.microsoft.com/office/drawing/2014/main" id="{2A1076F2-5931-524E-A720-A0AA49C46A54}"/>
              </a:ext>
            </a:extLst>
          </p:cNvPr>
          <p:cNvSpPr>
            <a:spLocks noGrp="1"/>
          </p:cNvSpPr>
          <p:nvPr>
            <p:ph type="ftr" sz="quarter" idx="16"/>
          </p:nvPr>
        </p:nvSpPr>
        <p:spPr/>
        <p:txBody>
          <a:bodyPr/>
          <a:lstStyle/>
          <a:p>
            <a:r>
              <a:rPr lang="en-GB" dirty="0"/>
              <a:t>To create or edit a header or footer, go to Insert &gt; Header &amp; Footer</a:t>
            </a:r>
          </a:p>
        </p:txBody>
      </p:sp>
      <p:sp>
        <p:nvSpPr>
          <p:cNvPr id="13" name="Slide Number Placeholder ">
            <a:extLst>
              <a:ext uri="{FF2B5EF4-FFF2-40B4-BE49-F238E27FC236}">
                <a16:creationId xmlns:a16="http://schemas.microsoft.com/office/drawing/2014/main" id="{CDD5FDB5-FE92-EB4E-8AF2-9AA1BD15901B}"/>
              </a:ext>
            </a:extLst>
          </p:cNvPr>
          <p:cNvSpPr>
            <a:spLocks noGrp="1"/>
          </p:cNvSpPr>
          <p:nvPr>
            <p:ph type="sldNum" sz="quarter" idx="17"/>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018340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dirty="0"/>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7307"/>
            <a:ext cx="4140000" cy="435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599532"/>
            <a:ext cx="6609600" cy="4349856"/>
          </a:xfrm>
          <a:solidFill>
            <a:schemeClr val="bg1">
              <a:lumMod val="85000"/>
            </a:schemeClr>
          </a:solidFill>
        </p:spPr>
        <p:txBody>
          <a:bodyPr/>
          <a:lstStyle/>
          <a:p>
            <a:r>
              <a:rPr lang="en-US"/>
              <a:t>Click icon to add picture</a:t>
            </a:r>
            <a:endParaRPr lang="en-GB" dirty="0"/>
          </a:p>
        </p:txBody>
      </p:sp>
      <p:sp>
        <p:nvSpPr>
          <p:cNvPr id="5" name="Footnotes Placeholder ">
            <a:extLst>
              <a:ext uri="{FF2B5EF4-FFF2-40B4-BE49-F238E27FC236}">
                <a16:creationId xmlns:a16="http://schemas.microsoft.com/office/drawing/2014/main" id="{DD958A66-9BD1-0543-9A79-17815FB38C1E}"/>
              </a:ext>
            </a:extLst>
          </p:cNvPr>
          <p:cNvSpPr>
            <a:spLocks noGrp="1"/>
          </p:cNvSpPr>
          <p:nvPr>
            <p:ph type="body" sz="quarter" idx="17" hasCustomPrompt="1"/>
          </p:nvPr>
        </p:nvSpPr>
        <p:spPr>
          <a:xfrm>
            <a:off x="503238" y="6065838"/>
            <a:ext cx="11183937" cy="392112"/>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8" name="Date Placeholder ">
            <a:extLst>
              <a:ext uri="{FF2B5EF4-FFF2-40B4-BE49-F238E27FC236}">
                <a16:creationId xmlns:a16="http://schemas.microsoft.com/office/drawing/2014/main" id="{2D6CA709-9FB5-6845-95C1-FC8B4536BEEC}"/>
              </a:ext>
            </a:extLst>
          </p:cNvPr>
          <p:cNvSpPr>
            <a:spLocks noGrp="1"/>
          </p:cNvSpPr>
          <p:nvPr>
            <p:ph type="dt" sz="half" idx="14"/>
          </p:nvPr>
        </p:nvSpPr>
        <p:spPr/>
        <p:txBody>
          <a:bodyPr/>
          <a:lstStyle/>
          <a:p>
            <a:pPr algn="l"/>
            <a:r>
              <a:rPr lang="en-US" dirty="0"/>
              <a:t>6/14/21</a:t>
            </a:r>
            <a:endParaRPr lang="en-GB" dirty="0"/>
          </a:p>
        </p:txBody>
      </p:sp>
      <p:sp>
        <p:nvSpPr>
          <p:cNvPr id="9" name="Footer Placeholder ">
            <a:extLst>
              <a:ext uri="{FF2B5EF4-FFF2-40B4-BE49-F238E27FC236}">
                <a16:creationId xmlns:a16="http://schemas.microsoft.com/office/drawing/2014/main" id="{73CF6AB0-3DB5-ED4F-A1C3-2AF73A378427}"/>
              </a:ext>
            </a:extLst>
          </p:cNvPr>
          <p:cNvSpPr>
            <a:spLocks noGrp="1"/>
          </p:cNvSpPr>
          <p:nvPr>
            <p:ph type="ftr" sz="quarter" idx="15"/>
          </p:nvPr>
        </p:nvSpPr>
        <p:spPr/>
        <p:txBody>
          <a:bodyPr/>
          <a:lstStyle/>
          <a:p>
            <a:r>
              <a:rPr lang="en-GB" dirty="0"/>
              <a:t>To create or edit a header or footer, go to Insert &gt; Header &amp; Footer</a:t>
            </a:r>
          </a:p>
        </p:txBody>
      </p:sp>
      <p:sp>
        <p:nvSpPr>
          <p:cNvPr id="10" name="Slide Number Placeholder ">
            <a:extLst>
              <a:ext uri="{FF2B5EF4-FFF2-40B4-BE49-F238E27FC236}">
                <a16:creationId xmlns:a16="http://schemas.microsoft.com/office/drawing/2014/main" id="{9CB336D1-9CBF-9B4C-A6D6-8FBC5CB36FEC}"/>
              </a:ext>
            </a:extLst>
          </p:cNvPr>
          <p:cNvSpPr>
            <a:spLocks noGrp="1"/>
          </p:cNvSpPr>
          <p:nvPr>
            <p:ph type="sldNum" sz="quarter" idx="16"/>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934470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dirty="0"/>
          </a:p>
        </p:txBody>
      </p:sp>
      <p:sp>
        <p:nvSpPr>
          <p:cNvPr id="3" name="Content Placeholder 1">
            <a:extLst>
              <a:ext uri="{FF2B5EF4-FFF2-40B4-BE49-F238E27FC236}">
                <a16:creationId xmlns:a16="http://schemas.microsoft.com/office/drawing/2014/main" id="{2C92A555-CEFA-4D21-902E-3F719B31B369}"/>
              </a:ext>
            </a:extLst>
          </p:cNvPr>
          <p:cNvSpPr>
            <a:spLocks noGrp="1"/>
          </p:cNvSpPr>
          <p:nvPr>
            <p:ph idx="1"/>
          </p:nvPr>
        </p:nvSpPr>
        <p:spPr>
          <a:xfrm>
            <a:off x="504824" y="1598537"/>
            <a:ext cx="4140000" cy="435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77575" y="1600562"/>
            <a:ext cx="3240000" cy="2124000"/>
          </a:xfrm>
          <a:solidFill>
            <a:schemeClr val="bg1">
              <a:lumMod val="85000"/>
            </a:schemeClr>
          </a:solidFill>
        </p:spPr>
        <p:txBody>
          <a:bodyPr/>
          <a:lstStyle/>
          <a:p>
            <a:r>
              <a:rPr lang="en-US"/>
              <a:t>Click icon to add picture</a:t>
            </a:r>
            <a:endParaRPr lang="en-GB"/>
          </a:p>
        </p:txBody>
      </p:sp>
      <p:sp>
        <p:nvSpPr>
          <p:cNvPr id="8" name="Picture Placeholder 2">
            <a:extLst>
              <a:ext uri="{FF2B5EF4-FFF2-40B4-BE49-F238E27FC236}">
                <a16:creationId xmlns:a16="http://schemas.microsoft.com/office/drawing/2014/main" id="{6D7E614C-60AC-6F42-A716-A5BA95111F5C}"/>
              </a:ext>
            </a:extLst>
          </p:cNvPr>
          <p:cNvSpPr>
            <a:spLocks noGrp="1"/>
          </p:cNvSpPr>
          <p:nvPr>
            <p:ph type="pic" sz="quarter" idx="14"/>
          </p:nvPr>
        </p:nvSpPr>
        <p:spPr>
          <a:xfrm>
            <a:off x="8439322" y="1600562"/>
            <a:ext cx="3240000" cy="2124000"/>
          </a:xfrm>
          <a:solidFill>
            <a:schemeClr val="bg1">
              <a:lumMod val="85000"/>
            </a:schemeClr>
          </a:solidFill>
        </p:spPr>
        <p:txBody>
          <a:bodyPr/>
          <a:lstStyle/>
          <a:p>
            <a:r>
              <a:rPr lang="en-US"/>
              <a:t>Click icon to add picture</a:t>
            </a:r>
            <a:endParaRPr lang="en-GB" dirty="0"/>
          </a:p>
        </p:txBody>
      </p:sp>
      <p:sp>
        <p:nvSpPr>
          <p:cNvPr id="9" name="Picture Placeholder 3">
            <a:extLst>
              <a:ext uri="{FF2B5EF4-FFF2-40B4-BE49-F238E27FC236}">
                <a16:creationId xmlns:a16="http://schemas.microsoft.com/office/drawing/2014/main" id="{81CF12D5-ACD0-964B-8F86-2EC87E6AD044}"/>
              </a:ext>
            </a:extLst>
          </p:cNvPr>
          <p:cNvSpPr>
            <a:spLocks noGrp="1"/>
          </p:cNvSpPr>
          <p:nvPr>
            <p:ph type="pic" sz="quarter" idx="15"/>
          </p:nvPr>
        </p:nvSpPr>
        <p:spPr>
          <a:xfrm>
            <a:off x="5077575" y="3829486"/>
            <a:ext cx="3240000" cy="2124000"/>
          </a:xfrm>
          <a:solidFill>
            <a:schemeClr val="bg1">
              <a:lumMod val="85000"/>
            </a:schemeClr>
          </a:solidFill>
        </p:spPr>
        <p:txBody>
          <a:bodyPr/>
          <a:lstStyle/>
          <a:p>
            <a:r>
              <a:rPr lang="en-US"/>
              <a:t>Click icon to add picture</a:t>
            </a:r>
            <a:endParaRPr lang="en-GB"/>
          </a:p>
        </p:txBody>
      </p:sp>
      <p:sp>
        <p:nvSpPr>
          <p:cNvPr id="10" name="Picture Placeholder 4">
            <a:extLst>
              <a:ext uri="{FF2B5EF4-FFF2-40B4-BE49-F238E27FC236}">
                <a16:creationId xmlns:a16="http://schemas.microsoft.com/office/drawing/2014/main" id="{58187A2F-D967-034D-8415-3B08E9F0D4D5}"/>
              </a:ext>
            </a:extLst>
          </p:cNvPr>
          <p:cNvSpPr>
            <a:spLocks noGrp="1"/>
          </p:cNvSpPr>
          <p:nvPr>
            <p:ph type="pic" sz="quarter" idx="16"/>
          </p:nvPr>
        </p:nvSpPr>
        <p:spPr>
          <a:xfrm>
            <a:off x="8439322" y="3829486"/>
            <a:ext cx="3240000" cy="2124000"/>
          </a:xfrm>
          <a:solidFill>
            <a:schemeClr val="bg1">
              <a:lumMod val="85000"/>
            </a:schemeClr>
          </a:solidFill>
        </p:spPr>
        <p:txBody>
          <a:bodyPr/>
          <a:lstStyle/>
          <a:p>
            <a:r>
              <a:rPr lang="en-US"/>
              <a:t>Click icon to add picture</a:t>
            </a:r>
            <a:endParaRPr lang="en-GB"/>
          </a:p>
        </p:txBody>
      </p:sp>
      <p:sp>
        <p:nvSpPr>
          <p:cNvPr id="5" name="Footnotes Placeholder ">
            <a:extLst>
              <a:ext uri="{FF2B5EF4-FFF2-40B4-BE49-F238E27FC236}">
                <a16:creationId xmlns:a16="http://schemas.microsoft.com/office/drawing/2014/main" id="{638510F2-A410-4248-9971-F02E7C4DD885}"/>
              </a:ext>
            </a:extLst>
          </p:cNvPr>
          <p:cNvSpPr>
            <a:spLocks noGrp="1"/>
          </p:cNvSpPr>
          <p:nvPr>
            <p:ph type="body" sz="quarter" idx="20" hasCustomPrompt="1"/>
          </p:nvPr>
        </p:nvSpPr>
        <p:spPr>
          <a:xfrm>
            <a:off x="503238" y="6065838"/>
            <a:ext cx="11183937" cy="404812"/>
          </a:xfrm>
        </p:spPr>
        <p:txBody>
          <a:bodyPr/>
          <a:lstStyle>
            <a:lvl1pPr marL="0">
              <a:spcAft>
                <a:spcPts val="0"/>
              </a:spcAft>
              <a:defRPr sz="800"/>
            </a:lvl1pPr>
            <a:lvl2pPr marL="0">
              <a:defRPr sz="800"/>
            </a:lvl2pPr>
            <a:lvl3pPr marL="0">
              <a:defRPr sz="800"/>
            </a:lvl3pPr>
            <a:lvl4pPr marL="0">
              <a:defRPr sz="800"/>
            </a:lvl4pPr>
            <a:lvl5pPr marL="0">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11" name="Date Placeholder ">
            <a:extLst>
              <a:ext uri="{FF2B5EF4-FFF2-40B4-BE49-F238E27FC236}">
                <a16:creationId xmlns:a16="http://schemas.microsoft.com/office/drawing/2014/main" id="{F77ECADA-054B-264C-AE18-329A92B8B773}"/>
              </a:ext>
            </a:extLst>
          </p:cNvPr>
          <p:cNvSpPr>
            <a:spLocks noGrp="1"/>
          </p:cNvSpPr>
          <p:nvPr>
            <p:ph type="dt" sz="half" idx="17"/>
          </p:nvPr>
        </p:nvSpPr>
        <p:spPr/>
        <p:txBody>
          <a:bodyPr/>
          <a:lstStyle/>
          <a:p>
            <a:pPr algn="l"/>
            <a:r>
              <a:rPr lang="en-US" dirty="0"/>
              <a:t>6/14/21</a:t>
            </a:r>
            <a:endParaRPr lang="en-GB" dirty="0"/>
          </a:p>
        </p:txBody>
      </p:sp>
      <p:sp>
        <p:nvSpPr>
          <p:cNvPr id="12" name="Footer Placeholder ">
            <a:extLst>
              <a:ext uri="{FF2B5EF4-FFF2-40B4-BE49-F238E27FC236}">
                <a16:creationId xmlns:a16="http://schemas.microsoft.com/office/drawing/2014/main" id="{8CD7C49F-98DB-F94A-B6E9-6542542CE1BB}"/>
              </a:ext>
            </a:extLst>
          </p:cNvPr>
          <p:cNvSpPr>
            <a:spLocks noGrp="1"/>
          </p:cNvSpPr>
          <p:nvPr>
            <p:ph type="ftr" sz="quarter" idx="18"/>
          </p:nvPr>
        </p:nvSpPr>
        <p:spPr/>
        <p:txBody>
          <a:bodyPr/>
          <a:lstStyle/>
          <a:p>
            <a:r>
              <a:rPr lang="en-GB" dirty="0"/>
              <a:t>To create or edit a header or footer, go to Insert &gt; Header &amp; Footer</a:t>
            </a:r>
          </a:p>
        </p:txBody>
      </p:sp>
      <p:sp>
        <p:nvSpPr>
          <p:cNvPr id="13" name="Slide Number Placeholder ">
            <a:extLst>
              <a:ext uri="{FF2B5EF4-FFF2-40B4-BE49-F238E27FC236}">
                <a16:creationId xmlns:a16="http://schemas.microsoft.com/office/drawing/2014/main" id="{E4DEF5FD-5669-B743-A3ED-77D68220ED7E}"/>
              </a:ext>
            </a:extLst>
          </p:cNvPr>
          <p:cNvSpPr>
            <a:spLocks noGrp="1"/>
          </p:cNvSpPr>
          <p:nvPr>
            <p:ph type="sldNum" sz="quarter" idx="19"/>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285421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Images and Capti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2627417E-3B96-499C-AC3A-CDF07AEF4BCB}"/>
              </a:ext>
            </a:extLst>
          </p:cNvPr>
          <p:cNvSpPr>
            <a:spLocks noGrp="1"/>
          </p:cNvSpPr>
          <p:nvPr>
            <p:ph type="title"/>
          </p:nvPr>
        </p:nvSpPr>
        <p:spPr>
          <a:xfrm>
            <a:off x="504000" y="550800"/>
            <a:ext cx="11183175" cy="930759"/>
          </a:xfrm>
        </p:spPr>
        <p:txBody>
          <a:bodyPr/>
          <a:lstStyle/>
          <a:p>
            <a:r>
              <a:rPr lang="en-US"/>
              <a:t>Click to edit Master title style</a:t>
            </a:r>
            <a:endParaRPr lang="en-GB" dirty="0"/>
          </a:p>
        </p:txBody>
      </p:sp>
      <p:sp>
        <p:nvSpPr>
          <p:cNvPr id="7" name="Picture Placeholder 1">
            <a:extLst>
              <a:ext uri="{FF2B5EF4-FFF2-40B4-BE49-F238E27FC236}">
                <a16:creationId xmlns:a16="http://schemas.microsoft.com/office/drawing/2014/main" id="{7D6F183F-50F5-F347-8D3A-DF3311A81380}"/>
              </a:ext>
            </a:extLst>
          </p:cNvPr>
          <p:cNvSpPr>
            <a:spLocks noGrp="1"/>
          </p:cNvSpPr>
          <p:nvPr>
            <p:ph type="pic" sz="quarter" idx="13"/>
          </p:nvPr>
        </p:nvSpPr>
        <p:spPr>
          <a:xfrm>
            <a:off x="504000" y="1630103"/>
            <a:ext cx="3301200" cy="2548800"/>
          </a:xfrm>
          <a:solidFill>
            <a:schemeClr val="bg1">
              <a:lumMod val="85000"/>
            </a:schemeClr>
          </a:solidFill>
        </p:spPr>
        <p:txBody>
          <a:bodyPr/>
          <a:lstStyle/>
          <a:p>
            <a:r>
              <a:rPr lang="en-US"/>
              <a:t>Click icon to add picture</a:t>
            </a:r>
            <a:endParaRPr lang="en-GB"/>
          </a:p>
        </p:txBody>
      </p:sp>
      <p:sp>
        <p:nvSpPr>
          <p:cNvPr id="21" name="Content Placeholder 1">
            <a:extLst>
              <a:ext uri="{FF2B5EF4-FFF2-40B4-BE49-F238E27FC236}">
                <a16:creationId xmlns:a16="http://schemas.microsoft.com/office/drawing/2014/main" id="{AF30AE00-BBC7-4641-A388-21B7636095A6}"/>
              </a:ext>
            </a:extLst>
          </p:cNvPr>
          <p:cNvSpPr>
            <a:spLocks noGrp="1"/>
          </p:cNvSpPr>
          <p:nvPr>
            <p:ph idx="1"/>
          </p:nvPr>
        </p:nvSpPr>
        <p:spPr>
          <a:xfrm>
            <a:off x="504825" y="4462005"/>
            <a:ext cx="3309053" cy="150892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Picture Placeholder 2">
            <a:extLst>
              <a:ext uri="{FF2B5EF4-FFF2-40B4-BE49-F238E27FC236}">
                <a16:creationId xmlns:a16="http://schemas.microsoft.com/office/drawing/2014/main" id="{7A529A3E-FB3D-DF4A-A2F9-E775C7360C50}"/>
              </a:ext>
            </a:extLst>
          </p:cNvPr>
          <p:cNvSpPr>
            <a:spLocks noGrp="1"/>
          </p:cNvSpPr>
          <p:nvPr>
            <p:ph type="pic" sz="quarter" idx="15"/>
          </p:nvPr>
        </p:nvSpPr>
        <p:spPr>
          <a:xfrm>
            <a:off x="4445400" y="1624053"/>
            <a:ext cx="3301200" cy="2548800"/>
          </a:xfrm>
          <a:solidFill>
            <a:schemeClr val="bg1">
              <a:lumMod val="85000"/>
            </a:schemeClr>
          </a:solidFill>
        </p:spPr>
        <p:txBody>
          <a:bodyPr/>
          <a:lstStyle/>
          <a:p>
            <a:r>
              <a:rPr lang="en-US"/>
              <a:t>Click icon to add picture</a:t>
            </a:r>
            <a:endParaRPr lang="en-GB"/>
          </a:p>
        </p:txBody>
      </p:sp>
      <p:sp>
        <p:nvSpPr>
          <p:cNvPr id="22" name="Content Placeholder 2">
            <a:extLst>
              <a:ext uri="{FF2B5EF4-FFF2-40B4-BE49-F238E27FC236}">
                <a16:creationId xmlns:a16="http://schemas.microsoft.com/office/drawing/2014/main" id="{E3C5B76E-67E4-B441-A2EB-FE142C3E56CB}"/>
              </a:ext>
            </a:extLst>
          </p:cNvPr>
          <p:cNvSpPr>
            <a:spLocks noGrp="1"/>
          </p:cNvSpPr>
          <p:nvPr>
            <p:ph idx="14"/>
          </p:nvPr>
        </p:nvSpPr>
        <p:spPr>
          <a:xfrm>
            <a:off x="4437547" y="4455201"/>
            <a:ext cx="3309053" cy="151572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Picture Placeholder 3">
            <a:extLst>
              <a:ext uri="{FF2B5EF4-FFF2-40B4-BE49-F238E27FC236}">
                <a16:creationId xmlns:a16="http://schemas.microsoft.com/office/drawing/2014/main" id="{E8E75C81-FAFA-444F-AFA7-F038111B6D4C}"/>
              </a:ext>
            </a:extLst>
          </p:cNvPr>
          <p:cNvSpPr>
            <a:spLocks noGrp="1"/>
          </p:cNvSpPr>
          <p:nvPr>
            <p:ph type="pic" sz="quarter" idx="17"/>
          </p:nvPr>
        </p:nvSpPr>
        <p:spPr>
          <a:xfrm>
            <a:off x="8378122" y="1618003"/>
            <a:ext cx="3301200" cy="2548800"/>
          </a:xfrm>
          <a:solidFill>
            <a:schemeClr val="bg1">
              <a:lumMod val="85000"/>
            </a:schemeClr>
          </a:solidFill>
        </p:spPr>
        <p:txBody>
          <a:bodyPr/>
          <a:lstStyle/>
          <a:p>
            <a:r>
              <a:rPr lang="en-US"/>
              <a:t>Click icon to add picture</a:t>
            </a:r>
            <a:endParaRPr lang="en-GB"/>
          </a:p>
        </p:txBody>
      </p:sp>
      <p:sp>
        <p:nvSpPr>
          <p:cNvPr id="23" name="Content Placeholder 3">
            <a:extLst>
              <a:ext uri="{FF2B5EF4-FFF2-40B4-BE49-F238E27FC236}">
                <a16:creationId xmlns:a16="http://schemas.microsoft.com/office/drawing/2014/main" id="{9924B702-C920-CC4C-AB9B-E5241B2248FA}"/>
              </a:ext>
            </a:extLst>
          </p:cNvPr>
          <p:cNvSpPr>
            <a:spLocks noGrp="1"/>
          </p:cNvSpPr>
          <p:nvPr>
            <p:ph idx="16"/>
          </p:nvPr>
        </p:nvSpPr>
        <p:spPr>
          <a:xfrm>
            <a:off x="8370269" y="4448397"/>
            <a:ext cx="3309053" cy="1522532"/>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Footnotes Placeholder">
            <a:extLst>
              <a:ext uri="{FF2B5EF4-FFF2-40B4-BE49-F238E27FC236}">
                <a16:creationId xmlns:a16="http://schemas.microsoft.com/office/drawing/2014/main" id="{4B6290AF-84B3-0E45-B74E-11CAD69E8F0E}"/>
              </a:ext>
            </a:extLst>
          </p:cNvPr>
          <p:cNvSpPr>
            <a:spLocks noGrp="1"/>
          </p:cNvSpPr>
          <p:nvPr>
            <p:ph type="body" sz="quarter" idx="21" hasCustomPrompt="1"/>
          </p:nvPr>
        </p:nvSpPr>
        <p:spPr>
          <a:xfrm>
            <a:off x="503238" y="6065838"/>
            <a:ext cx="11183937" cy="404812"/>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15" name="Date Placeholder ">
            <a:extLst>
              <a:ext uri="{FF2B5EF4-FFF2-40B4-BE49-F238E27FC236}">
                <a16:creationId xmlns:a16="http://schemas.microsoft.com/office/drawing/2014/main" id="{E46A8604-D063-734E-A923-17DCF3C818E6}"/>
              </a:ext>
            </a:extLst>
          </p:cNvPr>
          <p:cNvSpPr>
            <a:spLocks noGrp="1"/>
          </p:cNvSpPr>
          <p:nvPr>
            <p:ph type="dt" sz="half" idx="18"/>
          </p:nvPr>
        </p:nvSpPr>
        <p:spPr/>
        <p:txBody>
          <a:bodyPr/>
          <a:lstStyle/>
          <a:p>
            <a:pPr algn="l"/>
            <a:r>
              <a:rPr lang="en-US" dirty="0"/>
              <a:t>6/14/21</a:t>
            </a:r>
            <a:endParaRPr lang="en-GB" dirty="0"/>
          </a:p>
        </p:txBody>
      </p:sp>
      <p:sp>
        <p:nvSpPr>
          <p:cNvPr id="16" name="Footer Placeholder ">
            <a:extLst>
              <a:ext uri="{FF2B5EF4-FFF2-40B4-BE49-F238E27FC236}">
                <a16:creationId xmlns:a16="http://schemas.microsoft.com/office/drawing/2014/main" id="{69F76947-C27A-3A46-9553-566EDCC43B36}"/>
              </a:ext>
            </a:extLst>
          </p:cNvPr>
          <p:cNvSpPr>
            <a:spLocks noGrp="1"/>
          </p:cNvSpPr>
          <p:nvPr>
            <p:ph type="ftr" sz="quarter" idx="19"/>
          </p:nvPr>
        </p:nvSpPr>
        <p:spPr/>
        <p:txBody>
          <a:bodyPr/>
          <a:lstStyle/>
          <a:p>
            <a:r>
              <a:rPr lang="en-GB" dirty="0"/>
              <a:t>To create or edit a header or footer, go to Insert &gt; Header &amp; Footer</a:t>
            </a:r>
          </a:p>
        </p:txBody>
      </p:sp>
      <p:sp>
        <p:nvSpPr>
          <p:cNvPr id="17" name="Slide Number Placeholder ">
            <a:extLst>
              <a:ext uri="{FF2B5EF4-FFF2-40B4-BE49-F238E27FC236}">
                <a16:creationId xmlns:a16="http://schemas.microsoft.com/office/drawing/2014/main" id="{13C599AC-D93A-1A40-B4F9-D368AFB6527E}"/>
              </a:ext>
            </a:extLst>
          </p:cNvPr>
          <p:cNvSpPr>
            <a:spLocks noGrp="1"/>
          </p:cNvSpPr>
          <p:nvPr>
            <p:ph type="sldNum" sz="quarter" idx="20"/>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11000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F2126D46-BC5D-46ED-8980-6E82FDD288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2" name="Title ">
            <a:extLst>
              <a:ext uri="{FF2B5EF4-FFF2-40B4-BE49-F238E27FC236}">
                <a16:creationId xmlns:a16="http://schemas.microsoft.com/office/drawing/2014/main" id="{C4443FCA-9294-41A7-A9C0-27EAD67AF2F9}"/>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4126129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F52CA24D-5DF8-48B0-AB39-60E2BA9FD5F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
            <a:extLst>
              <a:ext uri="{FF2B5EF4-FFF2-40B4-BE49-F238E27FC236}">
                <a16:creationId xmlns:a16="http://schemas.microsoft.com/office/drawing/2014/main" id="{7703DDDC-291A-3043-A7B8-C2944D8C2F1F}"/>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1613599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A0A5400D-7B89-4AEF-AD2F-C4EC4B24DD4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
            <a:extLst>
              <a:ext uri="{FF2B5EF4-FFF2-40B4-BE49-F238E27FC236}">
                <a16:creationId xmlns:a16="http://schemas.microsoft.com/office/drawing/2014/main" id="{3CADD10B-5351-EC45-9D04-9E2F2AED4960}"/>
              </a:ext>
            </a:extLst>
          </p:cNvPr>
          <p:cNvSpPr>
            <a:spLocks noGrp="1"/>
          </p:cNvSpPr>
          <p:nvPr>
            <p:ph type="title"/>
          </p:nvPr>
        </p:nvSpPr>
        <p:spPr>
          <a:xfrm>
            <a:off x="504825" y="549275"/>
            <a:ext cx="5770563" cy="5832475"/>
          </a:xfrm>
        </p:spPr>
        <p:txBody>
          <a:bodyPr anchor="t"/>
          <a:lstStyle>
            <a:lvl1pPr>
              <a:defRPr sz="650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334877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BB2543A9-3564-4F63-BA2E-A27814223CA9}"/>
              </a:ext>
            </a:extLst>
          </p:cNvPr>
          <p:cNvSpPr>
            <a:spLocks noGrp="1"/>
          </p:cNvSpPr>
          <p:nvPr>
            <p:ph type="title"/>
          </p:nvPr>
        </p:nvSpPr>
        <p:spPr/>
        <p:txBody>
          <a:bodyPr/>
          <a:lstStyle/>
          <a:p>
            <a:r>
              <a:rPr lang="en-US"/>
              <a:t>Click to edit Master title style</a:t>
            </a:r>
            <a:endParaRPr lang="en-GB"/>
          </a:p>
        </p:txBody>
      </p:sp>
      <p:sp>
        <p:nvSpPr>
          <p:cNvPr id="4" name="Footnotes Placeholder">
            <a:extLst>
              <a:ext uri="{FF2B5EF4-FFF2-40B4-BE49-F238E27FC236}">
                <a16:creationId xmlns:a16="http://schemas.microsoft.com/office/drawing/2014/main" id="{FCCE450D-EA91-9A43-A0FC-465E3D334758}"/>
              </a:ext>
            </a:extLst>
          </p:cNvPr>
          <p:cNvSpPr>
            <a:spLocks noGrp="1"/>
          </p:cNvSpPr>
          <p:nvPr>
            <p:ph type="body" sz="quarter" idx="13" hasCustomPrompt="1"/>
          </p:nvPr>
        </p:nvSpPr>
        <p:spPr>
          <a:xfrm>
            <a:off x="503999" y="6065838"/>
            <a:ext cx="11183176" cy="392112"/>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6" name="Date Placeholder ">
            <a:extLst>
              <a:ext uri="{FF2B5EF4-FFF2-40B4-BE49-F238E27FC236}">
                <a16:creationId xmlns:a16="http://schemas.microsoft.com/office/drawing/2014/main" id="{BAB7DA8D-25AF-774D-BDBF-FFABEF37DF62}"/>
              </a:ext>
            </a:extLst>
          </p:cNvPr>
          <p:cNvSpPr>
            <a:spLocks noGrp="1"/>
          </p:cNvSpPr>
          <p:nvPr>
            <p:ph type="dt" sz="half" idx="10"/>
          </p:nvPr>
        </p:nvSpPr>
        <p:spPr/>
        <p:txBody>
          <a:bodyPr/>
          <a:lstStyle/>
          <a:p>
            <a:pPr algn="l"/>
            <a:r>
              <a:rPr lang="en-US" dirty="0"/>
              <a:t>6/14/21</a:t>
            </a:r>
            <a:endParaRPr lang="en-GB" dirty="0"/>
          </a:p>
        </p:txBody>
      </p:sp>
      <p:sp>
        <p:nvSpPr>
          <p:cNvPr id="7" name="Footer Placeholder ">
            <a:extLst>
              <a:ext uri="{FF2B5EF4-FFF2-40B4-BE49-F238E27FC236}">
                <a16:creationId xmlns:a16="http://schemas.microsoft.com/office/drawing/2014/main" id="{21D5EFB8-0EE1-544B-BDDD-2AE5CEED69DB}"/>
              </a:ext>
            </a:extLst>
          </p:cNvPr>
          <p:cNvSpPr>
            <a:spLocks noGrp="1"/>
          </p:cNvSpPr>
          <p:nvPr>
            <p:ph type="ftr" sz="quarter" idx="11"/>
          </p:nvPr>
        </p:nvSpPr>
        <p:spPr/>
        <p:txBody>
          <a:bodyPr/>
          <a:lstStyle/>
          <a:p>
            <a:r>
              <a:rPr lang="en-GB" dirty="0"/>
              <a:t>To create or edit a header or footer, go to Insert &gt; Header &amp; Footer</a:t>
            </a:r>
          </a:p>
        </p:txBody>
      </p:sp>
      <p:sp>
        <p:nvSpPr>
          <p:cNvPr id="8" name="Slide Number Placeholder ">
            <a:extLst>
              <a:ext uri="{FF2B5EF4-FFF2-40B4-BE49-F238E27FC236}">
                <a16:creationId xmlns:a16="http://schemas.microsoft.com/office/drawing/2014/main" id="{3CBBAC67-0E50-2949-876E-ACCE3F2EABFC}"/>
              </a:ext>
            </a:extLst>
          </p:cNvPr>
          <p:cNvSpPr>
            <a:spLocks noGrp="1"/>
          </p:cNvSpPr>
          <p:nvPr>
            <p:ph type="sldNum" sz="quarter" idx="12"/>
          </p:nvPr>
        </p:nvSpPr>
        <p:spPr/>
        <p:txBody>
          <a:bodyPr/>
          <a:lstStyle/>
          <a:p>
            <a:fld id="{5B4A74C5-79B0-4340-9A8D-1CCBE3E8C644}" type="slidenum">
              <a:rPr lang="en-GB" smtClean="0"/>
              <a:pPr/>
              <a:t>‹#›</a:t>
            </a:fld>
            <a:endParaRPr lang="en-GB"/>
          </a:p>
        </p:txBody>
      </p:sp>
    </p:spTree>
    <p:extLst>
      <p:ext uri="{BB962C8B-B14F-4D97-AF65-F5344CB8AC3E}">
        <p14:creationId xmlns:p14="http://schemas.microsoft.com/office/powerpoint/2010/main" val="3894959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notes Placeholder ">
            <a:extLst>
              <a:ext uri="{FF2B5EF4-FFF2-40B4-BE49-F238E27FC236}">
                <a16:creationId xmlns:a16="http://schemas.microsoft.com/office/drawing/2014/main" id="{3FAC3B17-C3C6-2240-9EBB-956BE767199B}"/>
              </a:ext>
            </a:extLst>
          </p:cNvPr>
          <p:cNvSpPr>
            <a:spLocks noGrp="1"/>
          </p:cNvSpPr>
          <p:nvPr>
            <p:ph type="body" sz="quarter" idx="13" hasCustomPrompt="1"/>
          </p:nvPr>
        </p:nvSpPr>
        <p:spPr>
          <a:xfrm>
            <a:off x="500811" y="6065838"/>
            <a:ext cx="11085447" cy="392112"/>
          </a:xfrm>
        </p:spPr>
        <p:txBody>
          <a:bodyPr/>
          <a:lstStyle>
            <a:lvl1pPr>
              <a:spcAft>
                <a:spcPts val="0"/>
              </a:spcAft>
              <a:defRPr sz="800"/>
            </a:lvl1pPr>
            <a:lvl2pPr>
              <a:defRPr sz="800"/>
            </a:lvl2pPr>
            <a:lvl3pPr>
              <a:defRPr sz="800"/>
            </a:lvl3pPr>
            <a:lvl4pPr>
              <a:defRPr sz="800"/>
            </a:lvl4pPr>
            <a:lvl5pPr>
              <a:defRPr sz="800"/>
            </a:lvl5pPr>
          </a:lstStyle>
          <a:p>
            <a:pPr lvl="0"/>
            <a:r>
              <a:rPr lang="en-US" dirty="0"/>
              <a:t> * Tied directly to information on page</a:t>
            </a:r>
            <a:br>
              <a:rPr lang="en-US" dirty="0"/>
            </a:br>
            <a:r>
              <a:rPr lang="en-US" dirty="0"/>
              <a:t>** Tied directly to information on page</a:t>
            </a:r>
            <a:br>
              <a:rPr lang="en-US" dirty="0"/>
            </a:br>
            <a:r>
              <a:rPr lang="en-US" dirty="0"/>
              <a:t>Source: Source information goes here</a:t>
            </a:r>
          </a:p>
        </p:txBody>
      </p:sp>
      <p:sp>
        <p:nvSpPr>
          <p:cNvPr id="5" name="Date Placeholder ">
            <a:extLst>
              <a:ext uri="{FF2B5EF4-FFF2-40B4-BE49-F238E27FC236}">
                <a16:creationId xmlns:a16="http://schemas.microsoft.com/office/drawing/2014/main" id="{60E09F45-A703-9F41-A7AC-D760BBC32423}"/>
              </a:ext>
            </a:extLst>
          </p:cNvPr>
          <p:cNvSpPr>
            <a:spLocks noGrp="1"/>
          </p:cNvSpPr>
          <p:nvPr>
            <p:ph type="dt" sz="half" idx="10"/>
          </p:nvPr>
        </p:nvSpPr>
        <p:spPr/>
        <p:txBody>
          <a:bodyPr/>
          <a:lstStyle/>
          <a:p>
            <a:pPr algn="l"/>
            <a:r>
              <a:rPr lang="en-US" dirty="0"/>
              <a:t>6/14/21</a:t>
            </a:r>
            <a:endParaRPr lang="en-GB" dirty="0"/>
          </a:p>
        </p:txBody>
      </p:sp>
      <p:sp>
        <p:nvSpPr>
          <p:cNvPr id="6" name="Footer Placeholder ">
            <a:extLst>
              <a:ext uri="{FF2B5EF4-FFF2-40B4-BE49-F238E27FC236}">
                <a16:creationId xmlns:a16="http://schemas.microsoft.com/office/drawing/2014/main" id="{C2270D36-A2C7-154C-9135-54D930ABCBD4}"/>
              </a:ext>
            </a:extLst>
          </p:cNvPr>
          <p:cNvSpPr>
            <a:spLocks noGrp="1"/>
          </p:cNvSpPr>
          <p:nvPr>
            <p:ph type="ftr" sz="quarter" idx="11"/>
          </p:nvPr>
        </p:nvSpPr>
        <p:spPr/>
        <p:txBody>
          <a:bodyPr/>
          <a:lstStyle/>
          <a:p>
            <a:r>
              <a:rPr lang="en-GB" dirty="0"/>
              <a:t>To create or edit a header or footer, go to Insert &gt; Header &amp; Footer</a:t>
            </a:r>
          </a:p>
        </p:txBody>
      </p:sp>
      <p:sp>
        <p:nvSpPr>
          <p:cNvPr id="7" name="Slide Number Placeholder ">
            <a:extLst>
              <a:ext uri="{FF2B5EF4-FFF2-40B4-BE49-F238E27FC236}">
                <a16:creationId xmlns:a16="http://schemas.microsoft.com/office/drawing/2014/main" id="{9D40C9F8-AC3E-7D46-97A2-EA339B41671B}"/>
              </a:ext>
            </a:extLst>
          </p:cNvPr>
          <p:cNvSpPr>
            <a:spLocks noGrp="1"/>
          </p:cNvSpPr>
          <p:nvPr>
            <p:ph type="sldNum" sz="quarter" idx="12"/>
          </p:nvPr>
        </p:nvSpPr>
        <p:spPr/>
        <p:txBody>
          <a:bodyPr/>
          <a:lstStyle/>
          <a:p>
            <a:fld id="{5B4A74C5-79B0-4340-9A8D-1CCBE3E8C644}" type="slidenum">
              <a:rPr lang="en-GB" smtClean="0"/>
              <a:pPr/>
              <a:t>‹#›</a:t>
            </a:fld>
            <a:endParaRPr lang="en-GB" dirty="0"/>
          </a:p>
        </p:txBody>
      </p:sp>
    </p:spTree>
    <p:extLst>
      <p:ext uri="{BB962C8B-B14F-4D97-AF65-F5344CB8AC3E}">
        <p14:creationId xmlns:p14="http://schemas.microsoft.com/office/powerpoint/2010/main" val="172219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go on White">
    <p:spTree>
      <p:nvGrpSpPr>
        <p:cNvPr id="1" name=""/>
        <p:cNvGrpSpPr/>
        <p:nvPr/>
      </p:nvGrpSpPr>
      <p:grpSpPr>
        <a:xfrm>
          <a:off x="0" y="0"/>
          <a:ext cx="0" cy="0"/>
          <a:chOff x="0" y="0"/>
          <a:chExt cx="0" cy="0"/>
        </a:xfrm>
      </p:grpSpPr>
      <p:pic>
        <p:nvPicPr>
          <p:cNvPr id="9" name="Nationwide logo" descr="Nationwide is on your side">
            <a:extLst>
              <a:ext uri="{FF2B5EF4-FFF2-40B4-BE49-F238E27FC236}">
                <a16:creationId xmlns:a16="http://schemas.microsoft.com/office/drawing/2014/main" id="{735E16E3-4132-AC44-AF78-D6413EE326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1958" y="1510145"/>
            <a:ext cx="2748084" cy="3079470"/>
          </a:xfrm>
          <a:prstGeom prst="rect">
            <a:avLst/>
          </a:prstGeom>
        </p:spPr>
      </p:pic>
      <p:sp>
        <p:nvSpPr>
          <p:cNvPr id="10" name="Disclosure">
            <a:extLst>
              <a:ext uri="{FF2B5EF4-FFF2-40B4-BE49-F238E27FC236}">
                <a16:creationId xmlns:a16="http://schemas.microsoft.com/office/drawing/2014/main" id="{99DF508A-52F7-2F45-A298-5B4B4AE865F3}"/>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dirty="0">
                <a:solidFill>
                  <a:schemeClr val="tx1"/>
                </a:solidFill>
              </a:rPr>
              <a:t>Nationwide, the Nationwide N and Eagle and Nationwide is on your side are service marks of Nationwide Mutual Insurance Company. © 2021 Nationwide</a:t>
            </a:r>
          </a:p>
        </p:txBody>
      </p:sp>
    </p:spTree>
    <p:extLst>
      <p:ext uri="{BB962C8B-B14F-4D97-AF65-F5344CB8AC3E}">
        <p14:creationId xmlns:p14="http://schemas.microsoft.com/office/powerpoint/2010/main" val="3780969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on Vibrant Blue">
    <p:spTree>
      <p:nvGrpSpPr>
        <p:cNvPr id="1" name=""/>
        <p:cNvGrpSpPr/>
        <p:nvPr/>
      </p:nvGrpSpPr>
      <p:grpSpPr>
        <a:xfrm>
          <a:off x="0" y="0"/>
          <a:ext cx="0" cy="0"/>
          <a:chOff x="0" y="0"/>
          <a:chExt cx="0" cy="0"/>
        </a:xfrm>
      </p:grpSpPr>
      <p:sp>
        <p:nvSpPr>
          <p:cNvPr id="3" name="Vibrant Blue Rectangle">
            <a:extLst>
              <a:ext uri="{FF2B5EF4-FFF2-40B4-BE49-F238E27FC236}">
                <a16:creationId xmlns:a16="http://schemas.microsoft.com/office/drawing/2014/main" id="{974E5EC6-32D6-5C47-8639-E32AAB21827A}"/>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pic>
        <p:nvPicPr>
          <p:cNvPr id="6" name="Nationwide logo" descr="Nationwide is on your side">
            <a:extLst>
              <a:ext uri="{FF2B5EF4-FFF2-40B4-BE49-F238E27FC236}">
                <a16:creationId xmlns:a16="http://schemas.microsoft.com/office/drawing/2014/main" id="{B7F4BB52-368D-0E44-B23C-28DF8ABEDF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24540" y="1496143"/>
            <a:ext cx="2742919" cy="3065615"/>
          </a:xfrm>
          <a:prstGeom prst="rect">
            <a:avLst/>
          </a:prstGeom>
        </p:spPr>
      </p:pic>
      <p:sp>
        <p:nvSpPr>
          <p:cNvPr id="4" name="Disclosure">
            <a:extLst>
              <a:ext uri="{FF2B5EF4-FFF2-40B4-BE49-F238E27FC236}">
                <a16:creationId xmlns:a16="http://schemas.microsoft.com/office/drawing/2014/main" id="{9D53D93B-2993-314E-A94A-47414D98DE59}"/>
              </a:ext>
            </a:extLst>
          </p:cNvPr>
          <p:cNvSpPr txBox="1"/>
          <p:nvPr userDrawn="1"/>
        </p:nvSpPr>
        <p:spPr>
          <a:xfrm>
            <a:off x="514350" y="6057900"/>
            <a:ext cx="11072813" cy="271463"/>
          </a:xfrm>
          <a:prstGeom prst="rect">
            <a:avLst/>
          </a:prstGeom>
          <a:noFill/>
        </p:spPr>
        <p:txBody>
          <a:bodyPr wrap="square" lIns="0" tIns="0" rIns="0" bIns="0" rtlCol="0">
            <a:noAutofit/>
          </a:bodyPr>
          <a:lstStyle/>
          <a:p>
            <a:pPr lvl="0" algn="ctr"/>
            <a:r>
              <a:rPr lang="en-US" sz="1200" dirty="0">
                <a:solidFill>
                  <a:schemeClr val="bg1"/>
                </a:solidFill>
              </a:rPr>
              <a:t>Nationwide, the Nationwide N and Eagle and Nationwide is on your side are service marks of Nationwide Mutual Insurance Company. © 2022 Nationwide</a:t>
            </a:r>
          </a:p>
        </p:txBody>
      </p:sp>
    </p:spTree>
    <p:extLst>
      <p:ext uri="{BB962C8B-B14F-4D97-AF65-F5344CB8AC3E}">
        <p14:creationId xmlns:p14="http://schemas.microsoft.com/office/powerpoint/2010/main" val="350844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47D5398-7070-473B-A412-A9AEA384C93D}"/>
              </a:ext>
            </a:extLst>
          </p:cNvPr>
          <p:cNvSpPr>
            <a:spLocks noGrp="1"/>
          </p:cNvSpPr>
          <p:nvPr>
            <p:ph type="title"/>
          </p:nvPr>
        </p:nvSpPr>
        <p:spPr>
          <a:xfrm>
            <a:off x="504000" y="550798"/>
            <a:ext cx="11183175" cy="930761"/>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1">
            <a:extLst>
              <a:ext uri="{FF2B5EF4-FFF2-40B4-BE49-F238E27FC236}">
                <a16:creationId xmlns:a16="http://schemas.microsoft.com/office/drawing/2014/main" id="{ED47719C-7D6E-4EC3-9B77-5FE8197F9D7B}"/>
              </a:ext>
            </a:extLst>
          </p:cNvPr>
          <p:cNvSpPr>
            <a:spLocks noGrp="1"/>
          </p:cNvSpPr>
          <p:nvPr>
            <p:ph type="body" idx="1"/>
          </p:nvPr>
        </p:nvSpPr>
        <p:spPr>
          <a:xfrm>
            <a:off x="504825" y="1597307"/>
            <a:ext cx="11182350" cy="436322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
            <a:extLst>
              <a:ext uri="{FF2B5EF4-FFF2-40B4-BE49-F238E27FC236}">
                <a16:creationId xmlns:a16="http://schemas.microsoft.com/office/drawing/2014/main" id="{771E4EEA-1D06-4A33-84C5-C0AB423854A0}"/>
              </a:ext>
            </a:extLst>
          </p:cNvPr>
          <p:cNvSpPr>
            <a:spLocks noGrp="1"/>
          </p:cNvSpPr>
          <p:nvPr>
            <p:ph type="dt" sz="half" idx="2"/>
          </p:nvPr>
        </p:nvSpPr>
        <p:spPr>
          <a:xfrm>
            <a:off x="5126400" y="6597651"/>
            <a:ext cx="790213" cy="260349"/>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pPr algn="l"/>
            <a:r>
              <a:rPr lang="en-US" dirty="0"/>
              <a:t>6/14/21</a:t>
            </a:r>
            <a:endParaRPr lang="en-GB" dirty="0"/>
          </a:p>
        </p:txBody>
      </p:sp>
      <p:sp>
        <p:nvSpPr>
          <p:cNvPr id="5" name="Footer Placeholder ">
            <a:extLst>
              <a:ext uri="{FF2B5EF4-FFF2-40B4-BE49-F238E27FC236}">
                <a16:creationId xmlns:a16="http://schemas.microsoft.com/office/drawing/2014/main" id="{00AF207B-B60F-4C7F-AA4F-411C5E312FDF}"/>
              </a:ext>
            </a:extLst>
          </p:cNvPr>
          <p:cNvSpPr>
            <a:spLocks noGrp="1"/>
          </p:cNvSpPr>
          <p:nvPr>
            <p:ph type="ftr" sz="quarter" idx="3"/>
          </p:nvPr>
        </p:nvSpPr>
        <p:spPr>
          <a:xfrm>
            <a:off x="720000" y="6597649"/>
            <a:ext cx="4406400" cy="260351"/>
          </a:xfrm>
          <a:prstGeom prst="rect">
            <a:avLst/>
          </a:prstGeom>
        </p:spPr>
        <p:txBody>
          <a:bodyPr vert="horz" lIns="0" tIns="0" rIns="0" bIns="0" rtlCol="0" anchor="t" anchorCtr="0">
            <a:noAutofit/>
          </a:bodyPr>
          <a:lstStyle>
            <a:lvl1pPr algn="l">
              <a:lnSpc>
                <a:spcPct val="90000"/>
              </a:lnSpc>
              <a:spcBef>
                <a:spcPts val="0"/>
              </a:spcBef>
              <a:defRPr sz="600">
                <a:solidFill>
                  <a:schemeClr val="tx1"/>
                </a:solidFill>
              </a:defRPr>
            </a:lvl1pPr>
          </a:lstStyle>
          <a:p>
            <a:r>
              <a:rPr lang="en-GB" dirty="0"/>
              <a:t>To create or edit a header or footer, go to Insert &gt; Header &amp; Footer</a:t>
            </a:r>
          </a:p>
        </p:txBody>
      </p:sp>
      <p:sp>
        <p:nvSpPr>
          <p:cNvPr id="6" name="Slide Number Placeholder ">
            <a:extLst>
              <a:ext uri="{FF2B5EF4-FFF2-40B4-BE49-F238E27FC236}">
                <a16:creationId xmlns:a16="http://schemas.microsoft.com/office/drawing/2014/main" id="{B3B18286-AFC3-45C1-9396-A22798BC906A}"/>
              </a:ext>
            </a:extLst>
          </p:cNvPr>
          <p:cNvSpPr>
            <a:spLocks noGrp="1"/>
          </p:cNvSpPr>
          <p:nvPr>
            <p:ph type="sldNum" sz="quarter" idx="4"/>
          </p:nvPr>
        </p:nvSpPr>
        <p:spPr>
          <a:xfrm>
            <a:off x="216001" y="6552000"/>
            <a:ext cx="238510" cy="306000"/>
          </a:xfrm>
          <a:prstGeom prst="rect">
            <a:avLst/>
          </a:prstGeom>
        </p:spPr>
        <p:txBody>
          <a:bodyPr vert="horz" lIns="0" tIns="0" rIns="0" bIns="0" rtlCol="0" anchor="t" anchorCtr="0">
            <a:noAutofit/>
          </a:bodyPr>
          <a:lstStyle>
            <a:lvl1pPr algn="l">
              <a:lnSpc>
                <a:spcPct val="90000"/>
              </a:lnSpc>
              <a:spcBef>
                <a:spcPts val="0"/>
              </a:spcBef>
              <a:defRPr sz="1000">
                <a:solidFill>
                  <a:srgbClr val="999999"/>
                </a:solidFill>
              </a:defRPr>
            </a:lvl1pPr>
          </a:lstStyle>
          <a:p>
            <a:fld id="{5B4A74C5-79B0-4340-9A8D-1CCBE3E8C644}" type="slidenum">
              <a:rPr lang="en-GB" smtClean="0"/>
              <a:pPr/>
              <a:t>‹#›</a:t>
            </a:fld>
            <a:endParaRPr lang="en-GB"/>
          </a:p>
        </p:txBody>
      </p:sp>
    </p:spTree>
    <p:extLst>
      <p:ext uri="{BB962C8B-B14F-4D97-AF65-F5344CB8AC3E}">
        <p14:creationId xmlns:p14="http://schemas.microsoft.com/office/powerpoint/2010/main" val="1132594695"/>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72" r:id="rId3"/>
    <p:sldLayoutId id="2147483670" r:id="rId4"/>
    <p:sldLayoutId id="2147483669" r:id="rId5"/>
    <p:sldLayoutId id="2147483650" r:id="rId6"/>
    <p:sldLayoutId id="2147483652" r:id="rId7"/>
    <p:sldLayoutId id="2147483663" r:id="rId8"/>
    <p:sldLayoutId id="2147483659" r:id="rId9"/>
    <p:sldLayoutId id="2147483661" r:id="rId10"/>
    <p:sldLayoutId id="2147483662" r:id="rId11"/>
    <p:sldLayoutId id="2147483651" r:id="rId12"/>
    <p:sldLayoutId id="2147483657" r:id="rId13"/>
    <p:sldLayoutId id="2147483658" r:id="rId14"/>
    <p:sldLayoutId id="2147483654" r:id="rId15"/>
    <p:sldLayoutId id="2147483655" r:id="rId16"/>
    <p:sldLayoutId id="2147483673" r:id="rId17"/>
    <p:sldLayoutId id="2147483674" r:id="rId18"/>
  </p:sldLayoutIdLst>
  <p:hf hdr="0" dt="0"/>
  <p:txStyles>
    <p:titleStyle>
      <a:lvl1pPr algn="l" defTabSz="914400" rtl="0" eaLnBrk="1" latinLnBrk="0" hangingPunct="1">
        <a:lnSpc>
          <a:spcPct val="90000"/>
        </a:lnSpc>
        <a:spcBef>
          <a:spcPts val="0"/>
        </a:spcBef>
        <a:buNone/>
        <a:defRPr sz="2400" b="1" kern="1200">
          <a:solidFill>
            <a:schemeClr val="bg2"/>
          </a:solidFill>
          <a:latin typeface="+mj-lt"/>
          <a:ea typeface="+mj-ea"/>
          <a:cs typeface="+mj-cs"/>
        </a:defRPr>
      </a:lvl1pPr>
    </p:titleStyle>
    <p:bodyStyle>
      <a:lvl1pPr marL="0" indent="0" algn="l" defTabSz="914400" rtl="0" eaLnBrk="1" latinLnBrk="0" hangingPunct="1">
        <a:lnSpc>
          <a:spcPct val="112000"/>
        </a:lnSpc>
        <a:spcBef>
          <a:spcPts val="0"/>
        </a:spcBef>
        <a:spcAft>
          <a:spcPts val="1200"/>
        </a:spcAft>
        <a:buFont typeface="Arial" panose="020B0604020202020204" pitchFamily="34" charset="0"/>
        <a:buNone/>
        <a:defRPr sz="1400" kern="1200">
          <a:solidFill>
            <a:schemeClr val="tx1"/>
          </a:solidFill>
          <a:latin typeface="+mn-lt"/>
          <a:ea typeface="+mn-ea"/>
          <a:cs typeface="+mn-cs"/>
        </a:defRPr>
      </a:lvl1pPr>
      <a:lvl2pPr marL="0" indent="0" algn="l" defTabSz="914400" rtl="0" eaLnBrk="1" latinLnBrk="0" hangingPunct="1">
        <a:lnSpc>
          <a:spcPct val="112000"/>
        </a:lnSpc>
        <a:spcBef>
          <a:spcPts val="0"/>
        </a:spcBef>
        <a:buFont typeface="Arial" panose="020B0604020202020204" pitchFamily="34" charset="0"/>
        <a:buNone/>
        <a:defRPr sz="1400" b="1" kern="1200">
          <a:solidFill>
            <a:schemeClr val="tx1"/>
          </a:solidFill>
          <a:latin typeface="+mn-lt"/>
          <a:ea typeface="+mn-ea"/>
          <a:cs typeface="Gotham Bold" pitchFamily="50" charset="0"/>
        </a:defRPr>
      </a:lvl2pPr>
      <a:lvl3pPr marL="180000" indent="-180000" algn="l" defTabSz="914400" rtl="0" eaLnBrk="1" latinLnBrk="0" hangingPunct="1">
        <a:lnSpc>
          <a:spcPct val="112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3pPr>
      <a:lvl4pPr marL="360000" indent="-180000" algn="l" defTabSz="914400" rtl="0" eaLnBrk="1" latinLnBrk="0" hangingPunct="1">
        <a:lnSpc>
          <a:spcPct val="112000"/>
        </a:lnSpc>
        <a:spcBef>
          <a:spcPts val="0"/>
        </a:spcBef>
        <a:spcAft>
          <a:spcPts val="1200"/>
        </a:spcAft>
        <a:buFont typeface="Courier New" panose="02070309020205020404" pitchFamily="49" charset="0"/>
        <a:buChar char="o"/>
        <a:defRPr sz="1400" kern="1200">
          <a:solidFill>
            <a:schemeClr val="tx1"/>
          </a:solidFill>
          <a:latin typeface="+mn-lt"/>
          <a:ea typeface="+mn-ea"/>
          <a:cs typeface="+mn-cs"/>
        </a:defRPr>
      </a:lvl4pPr>
      <a:lvl5pPr marL="540000" indent="-180000" algn="l" defTabSz="914400" rtl="0" eaLnBrk="1" latinLnBrk="0" hangingPunct="1">
        <a:lnSpc>
          <a:spcPct val="112000"/>
        </a:lnSpc>
        <a:spcBef>
          <a:spcPts val="0"/>
        </a:spcBef>
        <a:spcAft>
          <a:spcPts val="1200"/>
        </a:spcAft>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18" userDrawn="1">
          <p15:clr>
            <a:srgbClr val="F26B43"/>
          </p15:clr>
        </p15:guide>
        <p15:guide id="4" pos="7362" userDrawn="1">
          <p15:clr>
            <a:srgbClr val="F26B43"/>
          </p15:clr>
        </p15:guide>
        <p15:guide id="5" orient="horz" pos="346" userDrawn="1">
          <p15:clr>
            <a:srgbClr val="F26B43"/>
          </p15:clr>
        </p15:guide>
        <p15:guide id="6" orient="horz" pos="4156" userDrawn="1">
          <p15:clr>
            <a:srgbClr val="F26B43"/>
          </p15:clr>
        </p15:guide>
        <p15:guide id="7" orient="horz" pos="1278" userDrawn="1">
          <p15:clr>
            <a:srgbClr val="F26B43"/>
          </p15:clr>
        </p15:guide>
        <p15:guide id="8" pos="3727" userDrawn="1">
          <p15:clr>
            <a:srgbClr val="F26B43"/>
          </p15:clr>
        </p15:guide>
        <p15:guide id="9" pos="3953" userDrawn="1">
          <p15:clr>
            <a:srgbClr val="F26B43"/>
          </p15:clr>
        </p15:guide>
        <p15:guide id="10" orient="horz" pos="40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3" Type="http://schemas.openxmlformats.org/officeDocument/2006/relationships/image" Target="../media/image170.png"/><Relationship Id="rId2" Type="http://schemas.microsoft.com/office/2014/relationships/chartEx" Target="../charts/chartEx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3C479C-CC25-654E-B9F8-6BF1D7E8E718}"/>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4AE516F1-C650-D241-B4B4-325C346925E8}"/>
              </a:ext>
            </a:extLst>
          </p:cNvPr>
          <p:cNvSpPr>
            <a:spLocks noGrp="1"/>
          </p:cNvSpPr>
          <p:nvPr>
            <p:ph type="body" sz="quarter" idx="12"/>
          </p:nvPr>
        </p:nvSpPr>
        <p:spPr/>
        <p:txBody>
          <a:bodyPr/>
          <a:lstStyle/>
          <a:p>
            <a:endParaRPr lang="en-US"/>
          </a:p>
        </p:txBody>
      </p:sp>
      <p:sp>
        <p:nvSpPr>
          <p:cNvPr id="11" name="Text Placeholder 10">
            <a:extLst>
              <a:ext uri="{FF2B5EF4-FFF2-40B4-BE49-F238E27FC236}">
                <a16:creationId xmlns:a16="http://schemas.microsoft.com/office/drawing/2014/main" id="{F3074D63-196F-2446-ACC4-5020D61EDE04}"/>
              </a:ext>
            </a:extLst>
          </p:cNvPr>
          <p:cNvSpPr>
            <a:spLocks noGrp="1"/>
          </p:cNvSpPr>
          <p:nvPr>
            <p:ph type="body" sz="quarter" idx="13"/>
          </p:nvPr>
        </p:nvSpPr>
        <p:spPr/>
        <p:txBody>
          <a:bodyPr/>
          <a:lstStyle/>
          <a:p>
            <a:endParaRPr lang="en-US"/>
          </a:p>
        </p:txBody>
      </p:sp>
      <p:sp>
        <p:nvSpPr>
          <p:cNvPr id="12" name="Text Placeholder 11">
            <a:extLst>
              <a:ext uri="{FF2B5EF4-FFF2-40B4-BE49-F238E27FC236}">
                <a16:creationId xmlns:a16="http://schemas.microsoft.com/office/drawing/2014/main" id="{4FB5C958-1BC8-6245-92E1-79E2A30BF6C3}"/>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180573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4C34F1D-712E-4D1B-98DE-E40032708149}"/>
              </a:ext>
            </a:extLst>
          </p:cNvPr>
          <p:cNvSpPr>
            <a:spLocks noGrp="1"/>
          </p:cNvSpPr>
          <p:nvPr>
            <p:ph type="title"/>
          </p:nvPr>
        </p:nvSpPr>
        <p:spPr/>
        <p:txBody>
          <a:bodyPr/>
          <a:lstStyle/>
          <a:p>
            <a:r>
              <a:rPr lang="en-GB" dirty="0"/>
              <a:t>About this template</a:t>
            </a:r>
          </a:p>
        </p:txBody>
      </p:sp>
      <p:sp>
        <p:nvSpPr>
          <p:cNvPr id="3" name="Content Placeholder">
            <a:extLst>
              <a:ext uri="{FF2B5EF4-FFF2-40B4-BE49-F238E27FC236}">
                <a16:creationId xmlns:a16="http://schemas.microsoft.com/office/drawing/2014/main" id="{B8468658-F1B3-46DB-BC17-6DB25881DA1A}"/>
              </a:ext>
            </a:extLst>
          </p:cNvPr>
          <p:cNvSpPr>
            <a:spLocks noGrp="1"/>
          </p:cNvSpPr>
          <p:nvPr>
            <p:ph idx="1"/>
          </p:nvPr>
        </p:nvSpPr>
        <p:spPr>
          <a:xfrm>
            <a:off x="504825" y="1592495"/>
            <a:ext cx="11182350" cy="4789256"/>
          </a:xfrm>
        </p:spPr>
        <p:txBody>
          <a:bodyPr/>
          <a:lstStyle/>
          <a:p>
            <a:r>
              <a:rPr lang="en-GB" dirty="0"/>
              <a:t>If you’re looking for a branded PowerPoint template to use in your work, you’ve come to the right place. </a:t>
            </a:r>
            <a:br>
              <a:rPr lang="en-GB" dirty="0"/>
            </a:br>
            <a:r>
              <a:rPr lang="en-GB" dirty="0"/>
              <a:t>This template includes instructions, charts, graphs, maps and more. It’s also been designed to reflect our new visual platform, so you know you’ll be on-brand.</a:t>
            </a:r>
          </a:p>
          <a:p>
            <a:r>
              <a:rPr lang="en-GB" dirty="0"/>
              <a:t>On the following pages, you’ll find instructions to help you work through the template effectively. Read through the instructions first to help guide you in your design. Once you’re done creating your presentation, you can remove the pages you no longer need. </a:t>
            </a:r>
          </a:p>
          <a:p>
            <a:r>
              <a:rPr lang="en-GB" b="1" dirty="0"/>
              <a:t>FOR ASSOCIATE USE ONLY</a:t>
            </a:r>
            <a:br>
              <a:rPr lang="en-GB" b="1" dirty="0"/>
            </a:br>
            <a:r>
              <a:rPr lang="en-GB" dirty="0"/>
              <a:t>This template was designed for Nationwide associates to use in their daily work. </a:t>
            </a:r>
            <a:r>
              <a:rPr lang="en-GB"/>
              <a:t>External vendors should follow our Brand Guidelines in any work that they do for Nationwide. </a:t>
            </a:r>
            <a:endParaRPr lang="en-GB" dirty="0"/>
          </a:p>
        </p:txBody>
      </p:sp>
      <p:sp>
        <p:nvSpPr>
          <p:cNvPr id="5" name="Slide Number Placeholder ">
            <a:extLst>
              <a:ext uri="{FF2B5EF4-FFF2-40B4-BE49-F238E27FC236}">
                <a16:creationId xmlns:a16="http://schemas.microsoft.com/office/drawing/2014/main" id="{DF1B14DD-680F-49BC-BCC2-DF341BB2CECE}"/>
              </a:ext>
            </a:extLst>
          </p:cNvPr>
          <p:cNvSpPr>
            <a:spLocks noGrp="1"/>
          </p:cNvSpPr>
          <p:nvPr>
            <p:ph type="sldNum" sz="quarter" idx="12"/>
          </p:nvPr>
        </p:nvSpPr>
        <p:spPr/>
        <p:txBody>
          <a:bodyPr/>
          <a:lstStyle/>
          <a:p>
            <a:fld id="{5B4A74C5-79B0-4340-9A8D-1CCBE3E8C644}" type="slidenum">
              <a:rPr lang="en-GB" smtClean="0"/>
              <a:pPr/>
              <a:t>2</a:t>
            </a:fld>
            <a:endParaRPr lang="en-GB"/>
          </a:p>
        </p:txBody>
      </p:sp>
      <p:sp>
        <p:nvSpPr>
          <p:cNvPr id="4" name="Footer Placeholder ">
            <a:extLst>
              <a:ext uri="{FF2B5EF4-FFF2-40B4-BE49-F238E27FC236}">
                <a16:creationId xmlns:a16="http://schemas.microsoft.com/office/drawing/2014/main" id="{106B29D8-AE75-4447-90AC-4F860F7785BA}"/>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8589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4C34F1D-712E-4D1B-98DE-E40032708149}"/>
              </a:ext>
            </a:extLst>
          </p:cNvPr>
          <p:cNvSpPr>
            <a:spLocks noGrp="1"/>
          </p:cNvSpPr>
          <p:nvPr>
            <p:ph type="title"/>
          </p:nvPr>
        </p:nvSpPr>
        <p:spPr/>
        <p:txBody>
          <a:bodyPr/>
          <a:lstStyle/>
          <a:p>
            <a:r>
              <a:rPr lang="en-GB" dirty="0"/>
              <a:t>Notes about the template</a:t>
            </a:r>
            <a:br>
              <a:rPr lang="en-GB" dirty="0"/>
            </a:br>
            <a:r>
              <a:rPr lang="en-GB" dirty="0"/>
              <a:t>Custom layouts and sample slides</a:t>
            </a:r>
          </a:p>
        </p:txBody>
      </p:sp>
      <p:sp>
        <p:nvSpPr>
          <p:cNvPr id="3" name="Content Placeholder">
            <a:extLst>
              <a:ext uri="{FF2B5EF4-FFF2-40B4-BE49-F238E27FC236}">
                <a16:creationId xmlns:a16="http://schemas.microsoft.com/office/drawing/2014/main" id="{B8468658-F1B3-46DB-BC17-6DB25881DA1A}"/>
              </a:ext>
            </a:extLst>
          </p:cNvPr>
          <p:cNvSpPr>
            <a:spLocks noGrp="1"/>
          </p:cNvSpPr>
          <p:nvPr>
            <p:ph idx="1"/>
          </p:nvPr>
        </p:nvSpPr>
        <p:spPr>
          <a:xfrm>
            <a:off x="504825" y="1592495"/>
            <a:ext cx="11182350" cy="4789256"/>
          </a:xfrm>
        </p:spPr>
        <p:txBody>
          <a:bodyPr/>
          <a:lstStyle/>
          <a:p>
            <a:r>
              <a:rPr lang="en-GB" dirty="0"/>
              <a:t>The template includes a range of predefined layouts that you can insert. These have been designed to accommodate text, text and images and picture arrangements. There are also layouts for title and divider slides.</a:t>
            </a:r>
          </a:p>
          <a:p>
            <a:r>
              <a:rPr lang="en-GB" dirty="0"/>
              <a:t>Each custom layout includes the correct </a:t>
            </a:r>
            <a:r>
              <a:rPr lang="en-GB" dirty="0" err="1"/>
              <a:t>color</a:t>
            </a:r>
            <a:r>
              <a:rPr lang="en-GB" dirty="0"/>
              <a:t> palette, type levels and formatting.</a:t>
            </a:r>
          </a:p>
          <a:p>
            <a:r>
              <a:rPr lang="en-GB" dirty="0"/>
              <a:t>You can choose one of the layouts using the “New Slide” button on the “Home” tab. You can also change the layout for a current slide using the “Layout” list on the “Home” tab.</a:t>
            </a:r>
          </a:p>
        </p:txBody>
      </p:sp>
      <p:pic>
        <p:nvPicPr>
          <p:cNvPr id="8" name="Layout options image" descr="Graphical user interface of layout options in PowerPoint">
            <a:extLst>
              <a:ext uri="{FF2B5EF4-FFF2-40B4-BE49-F238E27FC236}">
                <a16:creationId xmlns:a16="http://schemas.microsoft.com/office/drawing/2014/main" id="{99905ED9-662D-CF40-AF1F-04DDAFF6B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3635760"/>
            <a:ext cx="4759978" cy="2606885"/>
          </a:xfrm>
          <a:prstGeom prst="rect">
            <a:avLst/>
          </a:prstGeom>
        </p:spPr>
      </p:pic>
      <p:sp>
        <p:nvSpPr>
          <p:cNvPr id="5" name="Slide Number Placeholder ">
            <a:extLst>
              <a:ext uri="{FF2B5EF4-FFF2-40B4-BE49-F238E27FC236}">
                <a16:creationId xmlns:a16="http://schemas.microsoft.com/office/drawing/2014/main" id="{DF1B14DD-680F-49BC-BCC2-DF341BB2CECE}"/>
              </a:ext>
            </a:extLst>
          </p:cNvPr>
          <p:cNvSpPr>
            <a:spLocks noGrp="1"/>
          </p:cNvSpPr>
          <p:nvPr>
            <p:ph type="sldNum" sz="quarter" idx="12"/>
          </p:nvPr>
        </p:nvSpPr>
        <p:spPr/>
        <p:txBody>
          <a:bodyPr/>
          <a:lstStyle/>
          <a:p>
            <a:fld id="{5B4A74C5-79B0-4340-9A8D-1CCBE3E8C644}" type="slidenum">
              <a:rPr lang="en-GB" smtClean="0"/>
              <a:pPr/>
              <a:t>3</a:t>
            </a:fld>
            <a:endParaRPr lang="en-GB"/>
          </a:p>
        </p:txBody>
      </p:sp>
      <p:sp>
        <p:nvSpPr>
          <p:cNvPr id="4" name="Footer Placeholder ">
            <a:extLst>
              <a:ext uri="{FF2B5EF4-FFF2-40B4-BE49-F238E27FC236}">
                <a16:creationId xmlns:a16="http://schemas.microsoft.com/office/drawing/2014/main" id="{106B29D8-AE75-4447-90AC-4F860F7785BA}"/>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035494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1D37AB8-D5F7-4926-82C5-ED1811817E1E}"/>
              </a:ext>
            </a:extLst>
          </p:cNvPr>
          <p:cNvSpPr>
            <a:spLocks noGrp="1"/>
          </p:cNvSpPr>
          <p:nvPr>
            <p:ph type="title"/>
          </p:nvPr>
        </p:nvSpPr>
        <p:spPr/>
        <p:txBody>
          <a:bodyPr/>
          <a:lstStyle/>
          <a:p>
            <a:r>
              <a:rPr lang="en-GB" dirty="0"/>
              <a:t>Notes about the template</a:t>
            </a:r>
            <a:br>
              <a:rPr lang="en-GB" dirty="0"/>
            </a:br>
            <a:r>
              <a:rPr lang="en-GB" dirty="0"/>
              <a:t>Type levels and bullets</a:t>
            </a:r>
          </a:p>
        </p:txBody>
      </p:sp>
      <p:sp>
        <p:nvSpPr>
          <p:cNvPr id="3" name="Content Placeholder 1">
            <a:extLst>
              <a:ext uri="{FF2B5EF4-FFF2-40B4-BE49-F238E27FC236}">
                <a16:creationId xmlns:a16="http://schemas.microsoft.com/office/drawing/2014/main" id="{512C9DBF-F308-4E6E-AC82-E5C2EDF9628E}"/>
              </a:ext>
            </a:extLst>
          </p:cNvPr>
          <p:cNvSpPr>
            <a:spLocks noGrp="1"/>
          </p:cNvSpPr>
          <p:nvPr>
            <p:ph idx="1"/>
          </p:nvPr>
        </p:nvSpPr>
        <p:spPr>
          <a:xfrm>
            <a:off x="504825" y="1590537"/>
            <a:ext cx="11182350" cy="4791214"/>
          </a:xfrm>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endParaRPr lang="en-GB" dirty="0"/>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grpSp>
        <p:nvGrpSpPr>
          <p:cNvPr id="4" name="PowerPoint Menu Bar image" descr="An image of the Home tab in PowerPoint, showing how to increase and decrease levels to format text properly.">
            <a:extLst>
              <a:ext uri="{FF2B5EF4-FFF2-40B4-BE49-F238E27FC236}">
                <a16:creationId xmlns:a16="http://schemas.microsoft.com/office/drawing/2014/main" id="{E72790AC-0398-47DC-8670-E2A3032859F7}"/>
              </a:ext>
            </a:extLst>
          </p:cNvPr>
          <p:cNvGrpSpPr/>
          <p:nvPr/>
        </p:nvGrpSpPr>
        <p:grpSpPr>
          <a:xfrm>
            <a:off x="6154091" y="3932133"/>
            <a:ext cx="5199709" cy="1335331"/>
            <a:chOff x="5267729" y="3145133"/>
            <a:chExt cx="5164053" cy="1326174"/>
          </a:xfrm>
        </p:grpSpPr>
        <p:pic>
          <p:nvPicPr>
            <p:cNvPr id="5" name="Picture 4" descr="An image of the Home tab in PowerPoint, showing how to increase and decrease levels to format text properly.">
              <a:extLst>
                <a:ext uri="{FF2B5EF4-FFF2-40B4-BE49-F238E27FC236}">
                  <a16:creationId xmlns:a16="http://schemas.microsoft.com/office/drawing/2014/main" id="{27D2ED3C-083D-41F8-A9FC-5BAD1AE7BDA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222207" y="3429000"/>
              <a:ext cx="4209575" cy="1042307"/>
            </a:xfrm>
            <a:prstGeom prst="rect">
              <a:avLst/>
            </a:prstGeom>
            <a:ln w="3175">
              <a:solidFill>
                <a:schemeClr val="bg1">
                  <a:lumMod val="50000"/>
                </a:schemeClr>
              </a:solidFill>
              <a:miter lim="800000"/>
            </a:ln>
          </p:spPr>
        </p:pic>
        <p:sp>
          <p:nvSpPr>
            <p:cNvPr id="6" name="Rectangle 5">
              <a:extLst>
                <a:ext uri="{FF2B5EF4-FFF2-40B4-BE49-F238E27FC236}">
                  <a16:creationId xmlns:a16="http://schemas.microsoft.com/office/drawing/2014/main" id="{9F54E89C-A0AB-47EE-AF5E-146BCEFFDE6A}"/>
                </a:ext>
                <a:ext uri="{C183D7F6-B498-43B3-948B-1728B52AA6E4}">
                  <adec:decorative xmlns:adec="http://schemas.microsoft.com/office/drawing/2017/decorative" val="1"/>
                </a:ext>
              </a:extLst>
            </p:cNvPr>
            <p:cNvSpPr/>
            <p:nvPr/>
          </p:nvSpPr>
          <p:spPr>
            <a:xfrm>
              <a:off x="69735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500" dirty="0" err="1">
                <a:solidFill>
                  <a:schemeClr val="bg1"/>
                </a:solidFill>
              </a:endParaRPr>
            </a:p>
          </p:txBody>
        </p:sp>
        <p:sp>
          <p:nvSpPr>
            <p:cNvPr id="7" name="Rectangle 6">
              <a:extLst>
                <a:ext uri="{FF2B5EF4-FFF2-40B4-BE49-F238E27FC236}">
                  <a16:creationId xmlns:a16="http://schemas.microsoft.com/office/drawing/2014/main" id="{896CC4BF-A4D8-4677-863F-493DC4F986B0}"/>
                </a:ext>
                <a:ext uri="{C183D7F6-B498-43B3-948B-1728B52AA6E4}">
                  <adec:decorative xmlns:adec="http://schemas.microsoft.com/office/drawing/2017/decorative" val="1"/>
                </a:ext>
              </a:extLst>
            </p:cNvPr>
            <p:cNvSpPr/>
            <p:nvPr/>
          </p:nvSpPr>
          <p:spPr>
            <a:xfrm>
              <a:off x="7285056" y="3557117"/>
              <a:ext cx="311500" cy="291402"/>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GB" sz="1500" dirty="0" err="1">
                <a:solidFill>
                  <a:schemeClr val="bg1"/>
                </a:solidFill>
              </a:endParaRPr>
            </a:p>
          </p:txBody>
        </p:sp>
        <p:cxnSp>
          <p:nvCxnSpPr>
            <p:cNvPr id="8" name="Straight Connector 7">
              <a:extLst>
                <a:ext uri="{FF2B5EF4-FFF2-40B4-BE49-F238E27FC236}">
                  <a16:creationId xmlns:a16="http://schemas.microsoft.com/office/drawing/2014/main" id="{093A661C-E082-4966-BECF-ADE063D4A62A}"/>
                </a:ext>
                <a:ext uri="{C183D7F6-B498-43B3-948B-1728B52AA6E4}">
                  <adec:decorative xmlns:adec="http://schemas.microsoft.com/office/drawing/2017/decorative" val="1"/>
                </a:ext>
              </a:extLst>
            </p:cNvPr>
            <p:cNvCxnSpPr/>
            <p:nvPr/>
          </p:nvCxnSpPr>
          <p:spPr>
            <a:xfrm flipV="1">
              <a:off x="7129306" y="3145134"/>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0CB7500-6705-4CB0-A78C-72B75B4AAA4B}"/>
                </a:ext>
                <a:ext uri="{C183D7F6-B498-43B3-948B-1728B52AA6E4}">
                  <adec:decorative xmlns:adec="http://schemas.microsoft.com/office/drawing/2017/decorative" val="1"/>
                </a:ext>
              </a:extLst>
            </p:cNvPr>
            <p:cNvCxnSpPr/>
            <p:nvPr/>
          </p:nvCxnSpPr>
          <p:spPr>
            <a:xfrm flipV="1">
              <a:off x="7440806" y="3145133"/>
              <a:ext cx="0" cy="411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4E3EBEF-7BE1-4D6A-B269-51A5DC9F99C5}"/>
                </a:ext>
                <a:ext uri="{C183D7F6-B498-43B3-948B-1728B52AA6E4}">
                  <adec:decorative xmlns:adec="http://schemas.microsoft.com/office/drawing/2017/decorative" val="1"/>
                </a:ext>
              </a:extLst>
            </p:cNvPr>
            <p:cNvSpPr txBox="1"/>
            <p:nvPr/>
          </p:nvSpPr>
          <p:spPr>
            <a:xfrm>
              <a:off x="7506118" y="3145133"/>
              <a:ext cx="2384011" cy="205991"/>
            </a:xfrm>
            <a:prstGeom prst="rect">
              <a:avLst/>
            </a:prstGeom>
            <a:noFill/>
          </p:spPr>
          <p:txBody>
            <a:bodyPr wrap="square" lIns="0" tIns="0" rIns="0" bIns="0" rtlCol="0">
              <a:noAutofit/>
            </a:bodyPr>
            <a:lstStyle/>
            <a:p>
              <a:pPr algn="l"/>
              <a:r>
                <a:rPr lang="en-GB" sz="1100" dirty="0">
                  <a:solidFill>
                    <a:srgbClr val="FF0000"/>
                  </a:solidFill>
                </a:rPr>
                <a:t>Increase type level</a:t>
              </a:r>
            </a:p>
          </p:txBody>
        </p:sp>
        <p:sp>
          <p:nvSpPr>
            <p:cNvPr id="11" name="TextBox 10">
              <a:extLst>
                <a:ext uri="{FF2B5EF4-FFF2-40B4-BE49-F238E27FC236}">
                  <a16:creationId xmlns:a16="http://schemas.microsoft.com/office/drawing/2014/main" id="{BDA42E37-C6FD-46C2-9653-518E67EF0A05}"/>
                </a:ext>
                <a:ext uri="{C183D7F6-B498-43B3-948B-1728B52AA6E4}">
                  <adec:decorative xmlns:adec="http://schemas.microsoft.com/office/drawing/2017/decorative" val="1"/>
                </a:ext>
              </a:extLst>
            </p:cNvPr>
            <p:cNvSpPr txBox="1"/>
            <p:nvPr/>
          </p:nvSpPr>
          <p:spPr>
            <a:xfrm>
              <a:off x="5267729" y="3145133"/>
              <a:ext cx="1796266" cy="205991"/>
            </a:xfrm>
            <a:prstGeom prst="rect">
              <a:avLst/>
            </a:prstGeom>
            <a:noFill/>
          </p:spPr>
          <p:txBody>
            <a:bodyPr wrap="square" lIns="0" tIns="0" rIns="0" bIns="0" rtlCol="0">
              <a:noAutofit/>
            </a:bodyPr>
            <a:lstStyle/>
            <a:p>
              <a:pPr algn="r"/>
              <a:r>
                <a:rPr lang="en-GB" sz="1100" dirty="0">
                  <a:solidFill>
                    <a:srgbClr val="FF0000"/>
                  </a:solidFill>
                </a:rPr>
                <a:t>Decrease type level</a:t>
              </a:r>
            </a:p>
          </p:txBody>
        </p:sp>
      </p:grpSp>
      <p:sp>
        <p:nvSpPr>
          <p:cNvPr id="13" name="Slide Number Placeholder ">
            <a:extLst>
              <a:ext uri="{FF2B5EF4-FFF2-40B4-BE49-F238E27FC236}">
                <a16:creationId xmlns:a16="http://schemas.microsoft.com/office/drawing/2014/main" id="{20B3CD85-48BF-4F41-B30B-03F5A1751DD5}"/>
              </a:ext>
            </a:extLst>
          </p:cNvPr>
          <p:cNvSpPr>
            <a:spLocks noGrp="1"/>
          </p:cNvSpPr>
          <p:nvPr>
            <p:ph type="sldNum" sz="quarter" idx="12"/>
          </p:nvPr>
        </p:nvSpPr>
        <p:spPr/>
        <p:txBody>
          <a:bodyPr/>
          <a:lstStyle/>
          <a:p>
            <a:fld id="{5B4A74C5-79B0-4340-9A8D-1CCBE3E8C644}" type="slidenum">
              <a:rPr lang="en-GB" smtClean="0"/>
              <a:pPr/>
              <a:t>4</a:t>
            </a:fld>
            <a:endParaRPr lang="en-GB"/>
          </a:p>
        </p:txBody>
      </p:sp>
      <p:sp>
        <p:nvSpPr>
          <p:cNvPr id="12" name="Footer Placeholder ">
            <a:extLst>
              <a:ext uri="{FF2B5EF4-FFF2-40B4-BE49-F238E27FC236}">
                <a16:creationId xmlns:a16="http://schemas.microsoft.com/office/drawing/2014/main" id="{74DFAF4A-3867-4C53-983F-1201DABB4678}"/>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272135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AFBFCD0-BEBF-4783-BADE-9DE1C64E0859}"/>
              </a:ext>
            </a:extLst>
          </p:cNvPr>
          <p:cNvSpPr>
            <a:spLocks noGrp="1"/>
          </p:cNvSpPr>
          <p:nvPr>
            <p:ph type="title"/>
          </p:nvPr>
        </p:nvSpPr>
        <p:spPr/>
        <p:txBody>
          <a:bodyPr/>
          <a:lstStyle/>
          <a:p>
            <a:r>
              <a:rPr lang="en-GB" dirty="0"/>
              <a:t>Notes about the template</a:t>
            </a:r>
            <a:br>
              <a:rPr lang="en-GB" dirty="0"/>
            </a:br>
            <a:r>
              <a:rPr lang="en-GB" dirty="0"/>
              <a:t>Using picture slide layouts</a:t>
            </a:r>
          </a:p>
        </p:txBody>
      </p:sp>
      <p:sp>
        <p:nvSpPr>
          <p:cNvPr id="3" name="Content Placeholder 1">
            <a:extLst>
              <a:ext uri="{FF2B5EF4-FFF2-40B4-BE49-F238E27FC236}">
                <a16:creationId xmlns:a16="http://schemas.microsoft.com/office/drawing/2014/main" id="{4F99D188-D8A0-41AD-A710-59A31DBD9570}"/>
              </a:ext>
            </a:extLst>
          </p:cNvPr>
          <p:cNvSpPr>
            <a:spLocks noGrp="1"/>
          </p:cNvSpPr>
          <p:nvPr>
            <p:ph idx="1"/>
          </p:nvPr>
        </p:nvSpPr>
        <p:spPr>
          <a:xfrm>
            <a:off x="504824" y="1592495"/>
            <a:ext cx="4140000" cy="4789256"/>
          </a:xfrm>
        </p:spPr>
        <p:txBody>
          <a:bodyPr/>
          <a:lstStyle/>
          <a:p>
            <a:r>
              <a:rPr lang="en-GB" dirty="0"/>
              <a:t>The picture slides are predefined with placeholders that help you manage the image you add to the field. </a:t>
            </a:r>
          </a:p>
          <a:p>
            <a:r>
              <a:rPr lang="en-GB" dirty="0"/>
              <a:t>Click the button in the middle of the field to select and import the picture you want to use. The chosen image will automatically fill the field.</a:t>
            </a:r>
          </a:p>
          <a:p>
            <a:r>
              <a:rPr lang="en-GB" dirty="0"/>
              <a:t>You can edit the position of the image using the crop tool, which is in the “Picture Tools &gt; Format menu”. This menu appears when you click on an image.</a:t>
            </a:r>
          </a:p>
          <a:p>
            <a:r>
              <a:rPr lang="en-GB" dirty="0"/>
              <a:t>The crop tool allows you to enlarge, adjust the position of or crop the image.</a:t>
            </a:r>
          </a:p>
        </p:txBody>
      </p:sp>
      <p:pic>
        <p:nvPicPr>
          <p:cNvPr id="10" name="&quot;Content and Image&quot; layout image">
            <a:extLst>
              <a:ext uri="{FF2B5EF4-FFF2-40B4-BE49-F238E27FC236}">
                <a16:creationId xmlns:a16="http://schemas.microsoft.com/office/drawing/2014/main" id="{FEBB7F3C-3767-41D6-BC12-D56AFCCE3814}"/>
              </a:ext>
              <a:ext uri="{C183D7F6-B498-43B3-948B-1728B52AA6E4}">
                <adec:decorative xmlns:adec="http://schemas.microsoft.com/office/drawing/2017/decorative" val="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5077575" y="2034066"/>
            <a:ext cx="6609600" cy="4558344"/>
          </a:xfrm>
          <a:ln w="3175">
            <a:solidFill>
              <a:schemeClr val="tx1"/>
            </a:solidFill>
          </a:ln>
        </p:spPr>
      </p:pic>
      <p:sp>
        <p:nvSpPr>
          <p:cNvPr id="12" name="Slide Number Placeholder ">
            <a:extLst>
              <a:ext uri="{FF2B5EF4-FFF2-40B4-BE49-F238E27FC236}">
                <a16:creationId xmlns:a16="http://schemas.microsoft.com/office/drawing/2014/main" id="{5AA84796-BE98-4935-8CEA-00F6BFCD4864}"/>
              </a:ext>
            </a:extLst>
          </p:cNvPr>
          <p:cNvSpPr>
            <a:spLocks noGrp="1"/>
          </p:cNvSpPr>
          <p:nvPr>
            <p:ph type="sldNum" sz="quarter" idx="16"/>
          </p:nvPr>
        </p:nvSpPr>
        <p:spPr/>
        <p:txBody>
          <a:bodyPr/>
          <a:lstStyle/>
          <a:p>
            <a:fld id="{5B4A74C5-79B0-4340-9A8D-1CCBE3E8C644}" type="slidenum">
              <a:rPr lang="en-GB" smtClean="0"/>
              <a:pPr/>
              <a:t>5</a:t>
            </a:fld>
            <a:endParaRPr lang="en-GB" dirty="0"/>
          </a:p>
        </p:txBody>
      </p:sp>
      <p:sp>
        <p:nvSpPr>
          <p:cNvPr id="11" name="Footer Placeholder ">
            <a:extLst>
              <a:ext uri="{FF2B5EF4-FFF2-40B4-BE49-F238E27FC236}">
                <a16:creationId xmlns:a16="http://schemas.microsoft.com/office/drawing/2014/main" id="{2F14EA56-720A-4F4A-A35F-D4D61E91499C}"/>
              </a:ext>
            </a:extLst>
          </p:cNvPr>
          <p:cNvSpPr>
            <a:spLocks noGrp="1"/>
          </p:cNvSpPr>
          <p:nvPr>
            <p:ph type="ftr" sz="quarter" idx="15"/>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927627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7327873-E37C-4B73-9394-EA9F436F31A8}"/>
              </a:ext>
            </a:extLst>
          </p:cNvPr>
          <p:cNvSpPr>
            <a:spLocks noGrp="1"/>
          </p:cNvSpPr>
          <p:nvPr>
            <p:ph type="title"/>
          </p:nvPr>
        </p:nvSpPr>
        <p:spPr/>
        <p:txBody>
          <a:bodyPr/>
          <a:lstStyle/>
          <a:p>
            <a:r>
              <a:rPr lang="en-GB" dirty="0"/>
              <a:t>Notes about the template</a:t>
            </a:r>
            <a:br>
              <a:rPr lang="en-GB" dirty="0"/>
            </a:br>
            <a:r>
              <a:rPr lang="en-GB" dirty="0"/>
              <a:t>Tips and recommendations</a:t>
            </a:r>
          </a:p>
        </p:txBody>
      </p:sp>
      <p:sp>
        <p:nvSpPr>
          <p:cNvPr id="3" name="Content Placeholder 1">
            <a:extLst>
              <a:ext uri="{FF2B5EF4-FFF2-40B4-BE49-F238E27FC236}">
                <a16:creationId xmlns:a16="http://schemas.microsoft.com/office/drawing/2014/main" id="{3657A05E-2413-4C5E-AF43-00422D331248}"/>
              </a:ext>
            </a:extLst>
          </p:cNvPr>
          <p:cNvSpPr>
            <a:spLocks noGrp="1"/>
          </p:cNvSpPr>
          <p:nvPr>
            <p:ph sz="half" idx="1"/>
          </p:nvPr>
        </p:nvSpPr>
        <p:spPr>
          <a:xfrm>
            <a:off x="504000" y="1592494"/>
            <a:ext cx="5410800" cy="4789256"/>
          </a:xfrm>
        </p:spPr>
        <p:txBody>
          <a:bodyPr/>
          <a:lstStyle/>
          <a:p>
            <a:pPr lvl="1"/>
            <a:r>
              <a:rPr lang="en-GB" dirty="0"/>
              <a:t>Type levels</a:t>
            </a:r>
          </a:p>
          <a:p>
            <a:r>
              <a:rPr lang="en-GB" dirty="0"/>
              <a:t>Always use the type levels in the predefined content placeholders supplied with each layout.</a:t>
            </a:r>
          </a:p>
          <a:p>
            <a:pPr lvl="1"/>
            <a:r>
              <a:rPr lang="en-GB" dirty="0"/>
              <a:t>Text boxes</a:t>
            </a:r>
          </a:p>
          <a:p>
            <a:r>
              <a:rPr lang="en-GB" dirty="0"/>
              <a:t>If you use text boxes, please note that they do not include the type levels. Any formatting must be manually applied, and we recommend you adhere to the brand rules.</a:t>
            </a:r>
          </a:p>
          <a:p>
            <a:pPr lvl="1"/>
            <a:r>
              <a:rPr lang="en-GB" dirty="0"/>
              <a:t>Footers</a:t>
            </a:r>
          </a:p>
          <a:p>
            <a:r>
              <a:rPr lang="en-GB" dirty="0"/>
              <a:t>The footer fields in this template can be modified by clicking “Insert &gt; Header &amp; Footer.” From this menu, you can either turn the individual fields on or off, modify the format of the date or change the text in the footer field.</a:t>
            </a:r>
          </a:p>
          <a:p>
            <a:r>
              <a:rPr lang="en-GB" dirty="0"/>
              <a:t>Click the "Apply to All" button when you have made your changes to ensure they are made to all slides with these fields.</a:t>
            </a:r>
          </a:p>
          <a:p>
            <a:endParaRPr lang="en-GB" dirty="0"/>
          </a:p>
          <a:p>
            <a:endParaRPr lang="en-GB" dirty="0"/>
          </a:p>
          <a:p>
            <a:endParaRPr lang="en-GB" dirty="0"/>
          </a:p>
        </p:txBody>
      </p:sp>
      <p:sp>
        <p:nvSpPr>
          <p:cNvPr id="4" name="Content Placeholder 2">
            <a:extLst>
              <a:ext uri="{FF2B5EF4-FFF2-40B4-BE49-F238E27FC236}">
                <a16:creationId xmlns:a16="http://schemas.microsoft.com/office/drawing/2014/main" id="{54A305DF-F435-47DA-9C29-90FDC14678D0}"/>
              </a:ext>
            </a:extLst>
          </p:cNvPr>
          <p:cNvSpPr>
            <a:spLocks noGrp="1"/>
          </p:cNvSpPr>
          <p:nvPr>
            <p:ph sz="half" idx="2"/>
          </p:nvPr>
        </p:nvSpPr>
        <p:spPr>
          <a:xfrm>
            <a:off x="6275388" y="1592494"/>
            <a:ext cx="3901636" cy="4789256"/>
          </a:xfrm>
        </p:spPr>
        <p:txBody>
          <a:bodyPr/>
          <a:lstStyle/>
          <a:p>
            <a:pPr lvl="1"/>
            <a:r>
              <a:rPr lang="en-GB" dirty="0" err="1"/>
              <a:t>Color</a:t>
            </a:r>
            <a:r>
              <a:rPr lang="en-GB" dirty="0"/>
              <a:t> palette</a:t>
            </a:r>
          </a:p>
          <a:p>
            <a:r>
              <a:rPr lang="en-GB" dirty="0"/>
              <a:t>Always select a </a:t>
            </a:r>
            <a:r>
              <a:rPr lang="en-GB" dirty="0" err="1"/>
              <a:t>color</a:t>
            </a:r>
            <a:r>
              <a:rPr lang="en-GB" dirty="0"/>
              <a:t> from the supplied </a:t>
            </a:r>
            <a:r>
              <a:rPr lang="en-GB" dirty="0" err="1"/>
              <a:t>colors</a:t>
            </a:r>
            <a:r>
              <a:rPr lang="en-GB" dirty="0"/>
              <a:t>.</a:t>
            </a:r>
          </a:p>
          <a:p>
            <a:r>
              <a:rPr lang="en-GB" dirty="0"/>
              <a:t>The top row represents the Theme </a:t>
            </a:r>
            <a:br>
              <a:rPr lang="en-GB" dirty="0"/>
            </a:br>
            <a:r>
              <a:rPr lang="en-GB" dirty="0" err="1"/>
              <a:t>Colors</a:t>
            </a:r>
            <a:r>
              <a:rPr lang="en-GB" dirty="0"/>
              <a:t>, which are automatically used in charts and diagrams. </a:t>
            </a:r>
          </a:p>
          <a:p>
            <a:r>
              <a:rPr lang="en-GB" dirty="0"/>
              <a:t>The Custom </a:t>
            </a:r>
            <a:r>
              <a:rPr lang="en-GB" dirty="0" err="1"/>
              <a:t>Colors</a:t>
            </a:r>
            <a:r>
              <a:rPr lang="en-GB" dirty="0"/>
              <a:t> rows contain all the brand </a:t>
            </a:r>
            <a:r>
              <a:rPr lang="en-GB" dirty="0" err="1"/>
              <a:t>colors</a:t>
            </a:r>
            <a:r>
              <a:rPr lang="en-GB" dirty="0"/>
              <a:t>. </a:t>
            </a:r>
            <a:r>
              <a:rPr lang="en-GB" dirty="0" err="1"/>
              <a:t>Colors</a:t>
            </a:r>
            <a:r>
              <a:rPr lang="en-GB" dirty="0"/>
              <a:t> used from this section will not change when slides are copied into other documents that have their own </a:t>
            </a:r>
            <a:r>
              <a:rPr lang="en-GB" dirty="0" err="1"/>
              <a:t>color</a:t>
            </a:r>
            <a:r>
              <a:rPr lang="en-GB" dirty="0"/>
              <a:t> themes.</a:t>
            </a:r>
          </a:p>
          <a:p>
            <a:r>
              <a:rPr lang="en-US" dirty="0"/>
              <a:t>For consistency, use the colors and formatting provided. Don’t use the accent colors in text. Instead, let your graphics, like charts and diagrams, use the accent colors.</a:t>
            </a:r>
            <a:endParaRPr lang="en-GB" dirty="0"/>
          </a:p>
          <a:p>
            <a:r>
              <a:rPr lang="en-GB" dirty="0"/>
              <a:t>The Standard </a:t>
            </a:r>
            <a:r>
              <a:rPr lang="en-GB" dirty="0" err="1"/>
              <a:t>Colors</a:t>
            </a:r>
            <a:r>
              <a:rPr lang="en-GB" dirty="0"/>
              <a:t> row is supplied by office and does not follow brand guidelines. Please do not use these </a:t>
            </a:r>
            <a:r>
              <a:rPr lang="en-GB" dirty="0" err="1"/>
              <a:t>colors</a:t>
            </a:r>
            <a:r>
              <a:rPr lang="en-GB" dirty="0"/>
              <a:t> in your documents.</a:t>
            </a:r>
          </a:p>
        </p:txBody>
      </p:sp>
      <p:pic>
        <p:nvPicPr>
          <p:cNvPr id="9" name="&quot;Theme Colors&quot; image" descr="An image of the Themes Colors palette in PowerPoint. ">
            <a:extLst>
              <a:ext uri="{FF2B5EF4-FFF2-40B4-BE49-F238E27FC236}">
                <a16:creationId xmlns:a16="http://schemas.microsoft.com/office/drawing/2014/main" id="{55355B6C-9279-154B-82FC-0F64EDB9A1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215712" y="4267943"/>
            <a:ext cx="1465778" cy="2113807"/>
          </a:xfrm>
          <a:prstGeom prst="rect">
            <a:avLst/>
          </a:prstGeom>
        </p:spPr>
      </p:pic>
      <p:sp>
        <p:nvSpPr>
          <p:cNvPr id="6" name="Slide Number Placeholder ">
            <a:extLst>
              <a:ext uri="{FF2B5EF4-FFF2-40B4-BE49-F238E27FC236}">
                <a16:creationId xmlns:a16="http://schemas.microsoft.com/office/drawing/2014/main" id="{ACDC93BA-918E-4B85-A06F-F45133163859}"/>
              </a:ext>
            </a:extLst>
          </p:cNvPr>
          <p:cNvSpPr>
            <a:spLocks noGrp="1"/>
          </p:cNvSpPr>
          <p:nvPr>
            <p:ph type="sldNum" sz="quarter" idx="12"/>
          </p:nvPr>
        </p:nvSpPr>
        <p:spPr/>
        <p:txBody>
          <a:bodyPr/>
          <a:lstStyle/>
          <a:p>
            <a:fld id="{5B4A74C5-79B0-4340-9A8D-1CCBE3E8C644}" type="slidenum">
              <a:rPr lang="en-GB" smtClean="0"/>
              <a:pPr/>
              <a:t>6</a:t>
            </a:fld>
            <a:endParaRPr lang="en-GB"/>
          </a:p>
        </p:txBody>
      </p:sp>
      <p:sp>
        <p:nvSpPr>
          <p:cNvPr id="5" name="Footer Placeholder ">
            <a:extLst>
              <a:ext uri="{FF2B5EF4-FFF2-40B4-BE49-F238E27FC236}">
                <a16:creationId xmlns:a16="http://schemas.microsoft.com/office/drawing/2014/main" id="{66510494-8CA9-4ADE-AA8C-0ED96BCA5D12}"/>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18096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7327873-E37C-4B73-9394-EA9F436F31A8}"/>
              </a:ext>
            </a:extLst>
          </p:cNvPr>
          <p:cNvSpPr>
            <a:spLocks noGrp="1"/>
          </p:cNvSpPr>
          <p:nvPr>
            <p:ph type="title"/>
          </p:nvPr>
        </p:nvSpPr>
        <p:spPr/>
        <p:txBody>
          <a:bodyPr/>
          <a:lstStyle/>
          <a:p>
            <a:r>
              <a:rPr lang="en-GB" dirty="0"/>
              <a:t>Notes about the template</a:t>
            </a:r>
            <a:br>
              <a:rPr lang="en-GB" dirty="0"/>
            </a:br>
            <a:r>
              <a:rPr lang="en-GB" dirty="0"/>
              <a:t>Pasting slides / Creating new presentations</a:t>
            </a:r>
          </a:p>
        </p:txBody>
      </p:sp>
      <p:sp>
        <p:nvSpPr>
          <p:cNvPr id="3" name="Content Placeholder 1">
            <a:extLst>
              <a:ext uri="{FF2B5EF4-FFF2-40B4-BE49-F238E27FC236}">
                <a16:creationId xmlns:a16="http://schemas.microsoft.com/office/drawing/2014/main" id="{3657A05E-2413-4C5E-AF43-00422D331248}"/>
              </a:ext>
            </a:extLst>
          </p:cNvPr>
          <p:cNvSpPr>
            <a:spLocks noGrp="1"/>
          </p:cNvSpPr>
          <p:nvPr>
            <p:ph sz="half" idx="1"/>
          </p:nvPr>
        </p:nvSpPr>
        <p:spPr>
          <a:xfrm>
            <a:off x="504000" y="1592494"/>
            <a:ext cx="5410800" cy="4789256"/>
          </a:xfrm>
        </p:spPr>
        <p:txBody>
          <a:bodyPr/>
          <a:lstStyle/>
          <a:p>
            <a:pPr lvl="1"/>
            <a:r>
              <a:rPr lang="en-GB" dirty="0"/>
              <a:t>Pasting slides into other/new presentations</a:t>
            </a:r>
          </a:p>
          <a:p>
            <a:r>
              <a:rPr lang="en-GB" dirty="0"/>
              <a:t>If you are transferring a slide into a new presentation, always remember to select "Keep Source Formatting,” which can be found by clicking on the clipboard icon beneath the new slide, as shown below, otherwise your slide will take on the theme of the destination presentation.</a:t>
            </a:r>
          </a:p>
          <a:p>
            <a:pPr lvl="1"/>
            <a:r>
              <a:rPr lang="en-GB" dirty="0"/>
              <a:t>Note: “Use Destination Theme” will always be the default setting upon transfer.</a:t>
            </a:r>
          </a:p>
        </p:txBody>
      </p:sp>
      <p:pic>
        <p:nvPicPr>
          <p:cNvPr id="9" name="&quot;Keep Source Formatting&quot; image" descr="Graphical user interface to show how to Keep Source Formatting for copying and pasting content into another PowerPoint.">
            <a:extLst>
              <a:ext uri="{FF2B5EF4-FFF2-40B4-BE49-F238E27FC236}">
                <a16:creationId xmlns:a16="http://schemas.microsoft.com/office/drawing/2014/main" id="{573CC8F4-B47C-B34D-AE26-D6C84D84D0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5595" y="4225386"/>
            <a:ext cx="3327609" cy="1926058"/>
          </a:xfrm>
          <a:prstGeom prst="rect">
            <a:avLst/>
          </a:prstGeom>
        </p:spPr>
      </p:pic>
      <p:sp>
        <p:nvSpPr>
          <p:cNvPr id="4" name="Content Placeholder 2">
            <a:extLst>
              <a:ext uri="{FF2B5EF4-FFF2-40B4-BE49-F238E27FC236}">
                <a16:creationId xmlns:a16="http://schemas.microsoft.com/office/drawing/2014/main" id="{54A305DF-F435-47DA-9C29-90FDC14678D0}"/>
              </a:ext>
            </a:extLst>
          </p:cNvPr>
          <p:cNvSpPr>
            <a:spLocks noGrp="1"/>
          </p:cNvSpPr>
          <p:nvPr>
            <p:ph sz="half" idx="2"/>
          </p:nvPr>
        </p:nvSpPr>
        <p:spPr>
          <a:xfrm>
            <a:off x="6275387" y="1592494"/>
            <a:ext cx="5410799" cy="4789256"/>
          </a:xfrm>
        </p:spPr>
        <p:txBody>
          <a:bodyPr/>
          <a:lstStyle/>
          <a:p>
            <a:pPr lvl="1"/>
            <a:r>
              <a:rPr lang="en-GB" dirty="0"/>
              <a:t>Pasting slides from old presentations into this template</a:t>
            </a:r>
          </a:p>
          <a:p>
            <a:r>
              <a:rPr lang="en-GB" dirty="0"/>
              <a:t>When pasting slides/elements from other presentations into this template, using the “Use Destination Theme” setting to reformat them, please be aware the desired outcome is not automatically achieved. This process should switch the text fonts and formatting for both headline and body copy, depending on how the donor slide/element was created. However, the </a:t>
            </a:r>
            <a:r>
              <a:rPr lang="en-GB" dirty="0" err="1"/>
              <a:t>colors</a:t>
            </a:r>
            <a:r>
              <a:rPr lang="en-GB" dirty="0"/>
              <a:t>, position and size will need to be adjusted manually by the user.</a:t>
            </a:r>
          </a:p>
        </p:txBody>
      </p:sp>
      <p:sp>
        <p:nvSpPr>
          <p:cNvPr id="6" name="Slide Number Placeholder ">
            <a:extLst>
              <a:ext uri="{FF2B5EF4-FFF2-40B4-BE49-F238E27FC236}">
                <a16:creationId xmlns:a16="http://schemas.microsoft.com/office/drawing/2014/main" id="{ACDC93BA-918E-4B85-A06F-F45133163859}"/>
              </a:ext>
            </a:extLst>
          </p:cNvPr>
          <p:cNvSpPr>
            <a:spLocks noGrp="1"/>
          </p:cNvSpPr>
          <p:nvPr>
            <p:ph type="sldNum" sz="quarter" idx="12"/>
          </p:nvPr>
        </p:nvSpPr>
        <p:spPr/>
        <p:txBody>
          <a:bodyPr/>
          <a:lstStyle/>
          <a:p>
            <a:fld id="{5B4A74C5-79B0-4340-9A8D-1CCBE3E8C644}" type="slidenum">
              <a:rPr lang="en-GB" smtClean="0"/>
              <a:pPr/>
              <a:t>7</a:t>
            </a:fld>
            <a:endParaRPr lang="en-GB"/>
          </a:p>
        </p:txBody>
      </p:sp>
      <p:sp>
        <p:nvSpPr>
          <p:cNvPr id="5" name="Footer Placeholder ">
            <a:extLst>
              <a:ext uri="{FF2B5EF4-FFF2-40B4-BE49-F238E27FC236}">
                <a16:creationId xmlns:a16="http://schemas.microsoft.com/office/drawing/2014/main" id="{66510494-8CA9-4ADE-AA8C-0ED96BCA5D12}"/>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869708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7327873-E37C-4B73-9394-EA9F436F31A8}"/>
              </a:ext>
            </a:extLst>
          </p:cNvPr>
          <p:cNvSpPr>
            <a:spLocks noGrp="1"/>
          </p:cNvSpPr>
          <p:nvPr>
            <p:ph type="title"/>
          </p:nvPr>
        </p:nvSpPr>
        <p:spPr/>
        <p:txBody>
          <a:bodyPr/>
          <a:lstStyle/>
          <a:p>
            <a:r>
              <a:rPr lang="en-GB" dirty="0"/>
              <a:t>Notes about the template</a:t>
            </a:r>
            <a:br>
              <a:rPr lang="en-GB" dirty="0"/>
            </a:br>
            <a:r>
              <a:rPr lang="en-GB" dirty="0"/>
              <a:t>Charts</a:t>
            </a:r>
          </a:p>
        </p:txBody>
      </p:sp>
      <p:sp>
        <p:nvSpPr>
          <p:cNvPr id="3" name="Content Placeholder 1">
            <a:extLst>
              <a:ext uri="{FF2B5EF4-FFF2-40B4-BE49-F238E27FC236}">
                <a16:creationId xmlns:a16="http://schemas.microsoft.com/office/drawing/2014/main" id="{3657A05E-2413-4C5E-AF43-00422D331248}"/>
              </a:ext>
            </a:extLst>
          </p:cNvPr>
          <p:cNvSpPr>
            <a:spLocks noGrp="1"/>
          </p:cNvSpPr>
          <p:nvPr>
            <p:ph sz="half" idx="1"/>
          </p:nvPr>
        </p:nvSpPr>
        <p:spPr>
          <a:xfrm>
            <a:off x="504000" y="1592494"/>
            <a:ext cx="5410800" cy="4789256"/>
          </a:xfrm>
        </p:spPr>
        <p:txBody>
          <a:bodyPr/>
          <a:lstStyle/>
          <a:p>
            <a:pPr lvl="1"/>
            <a:r>
              <a:rPr lang="en-GB" dirty="0"/>
              <a:t>Creating a new chart</a:t>
            </a:r>
          </a:p>
          <a:p>
            <a:r>
              <a:rPr lang="en-GB" b="1" dirty="0"/>
              <a:t>Legend: </a:t>
            </a:r>
            <a:r>
              <a:rPr lang="en-GB" dirty="0"/>
              <a:t>When a new chart is created, the legend by default will be </a:t>
            </a:r>
            <a:r>
              <a:rPr lang="en-GB" dirty="0" err="1"/>
              <a:t>gray</a:t>
            </a:r>
            <a:r>
              <a:rPr lang="en-GB" dirty="0"/>
              <a:t>. The user will need to manually change this type to black to ensure your presentation is Web Content Accessible.</a:t>
            </a:r>
          </a:p>
          <a:p>
            <a:r>
              <a:rPr lang="en-GB" b="1" dirty="0"/>
              <a:t>Data: </a:t>
            </a:r>
            <a:r>
              <a:rPr lang="en-GB" dirty="0"/>
              <a:t>When a new chart is created, this template will populate the first six categories with Web Content Accessible </a:t>
            </a:r>
            <a:r>
              <a:rPr lang="en-GB" dirty="0" err="1"/>
              <a:t>colors</a:t>
            </a:r>
            <a:r>
              <a:rPr lang="en-GB" dirty="0"/>
              <a:t>. After this the application will create tones of the theme </a:t>
            </a:r>
            <a:r>
              <a:rPr lang="en-GB" dirty="0" err="1"/>
              <a:t>colors</a:t>
            </a:r>
            <a:r>
              <a:rPr lang="en-GB" dirty="0"/>
              <a:t>. See below:</a:t>
            </a:r>
          </a:p>
        </p:txBody>
      </p:sp>
      <p:pic>
        <p:nvPicPr>
          <p:cNvPr id="10" name="Bar Chart left" descr="Chart, bar chart">
            <a:extLst>
              <a:ext uri="{FF2B5EF4-FFF2-40B4-BE49-F238E27FC236}">
                <a16:creationId xmlns:a16="http://schemas.microsoft.com/office/drawing/2014/main" id="{E44471D6-8055-B44D-A110-02CC85DFF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868" y="4375959"/>
            <a:ext cx="2780400" cy="2115817"/>
          </a:xfrm>
          <a:prstGeom prst="rect">
            <a:avLst/>
          </a:prstGeom>
        </p:spPr>
      </p:pic>
      <p:sp>
        <p:nvSpPr>
          <p:cNvPr id="4" name="Content Placeholder 2">
            <a:extLst>
              <a:ext uri="{FF2B5EF4-FFF2-40B4-BE49-F238E27FC236}">
                <a16:creationId xmlns:a16="http://schemas.microsoft.com/office/drawing/2014/main" id="{54A305DF-F435-47DA-9C29-90FDC14678D0}"/>
              </a:ext>
            </a:extLst>
          </p:cNvPr>
          <p:cNvSpPr>
            <a:spLocks noGrp="1"/>
          </p:cNvSpPr>
          <p:nvPr>
            <p:ph sz="half" idx="2"/>
          </p:nvPr>
        </p:nvSpPr>
        <p:spPr>
          <a:xfrm>
            <a:off x="6275387" y="1592494"/>
            <a:ext cx="5410799" cy="4789256"/>
          </a:xfrm>
        </p:spPr>
        <p:txBody>
          <a:bodyPr/>
          <a:lstStyle/>
          <a:p>
            <a:pPr lvl="1"/>
            <a:endParaRPr lang="en-GB" dirty="0"/>
          </a:p>
          <a:p>
            <a:br>
              <a:rPr lang="en-GB" dirty="0"/>
            </a:br>
            <a:br>
              <a:rPr lang="en-GB" dirty="0"/>
            </a:br>
            <a:endParaRPr lang="en-GB" dirty="0"/>
          </a:p>
          <a:p>
            <a:r>
              <a:rPr lang="en-GB" b="1" spc="-20" dirty="0"/>
              <a:t>Data: </a:t>
            </a:r>
            <a:r>
              <a:rPr lang="en-GB" spc="-20" dirty="0"/>
              <a:t>Once a new chart is created, the user will need to manually change the </a:t>
            </a:r>
            <a:r>
              <a:rPr lang="en-GB" spc="-20" dirty="0" err="1"/>
              <a:t>colors</a:t>
            </a:r>
            <a:r>
              <a:rPr lang="en-GB" spc="-20" dirty="0"/>
              <a:t> of the data graphics that follow the initial six, to ensure your presentation is </a:t>
            </a:r>
            <a:r>
              <a:rPr lang="en-GB" dirty="0"/>
              <a:t>Web Content Accessible</a:t>
            </a:r>
            <a:r>
              <a:rPr lang="en-GB" spc="-20" dirty="0"/>
              <a:t>. See below:</a:t>
            </a:r>
          </a:p>
        </p:txBody>
      </p:sp>
      <p:pic>
        <p:nvPicPr>
          <p:cNvPr id="12" name="Bar Chart right" descr="Chart, bar chart">
            <a:extLst>
              <a:ext uri="{FF2B5EF4-FFF2-40B4-BE49-F238E27FC236}">
                <a16:creationId xmlns:a16="http://schemas.microsoft.com/office/drawing/2014/main" id="{5D2D2642-6563-F14A-808A-7DC44EED2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5733" y="4328516"/>
            <a:ext cx="2892409" cy="2178460"/>
          </a:xfrm>
          <a:prstGeom prst="rect">
            <a:avLst/>
          </a:prstGeom>
        </p:spPr>
      </p:pic>
      <p:sp>
        <p:nvSpPr>
          <p:cNvPr id="6" name="Slide Number Placeholder ">
            <a:extLst>
              <a:ext uri="{FF2B5EF4-FFF2-40B4-BE49-F238E27FC236}">
                <a16:creationId xmlns:a16="http://schemas.microsoft.com/office/drawing/2014/main" id="{ACDC93BA-918E-4B85-A06F-F45133163859}"/>
              </a:ext>
            </a:extLst>
          </p:cNvPr>
          <p:cNvSpPr>
            <a:spLocks noGrp="1"/>
          </p:cNvSpPr>
          <p:nvPr>
            <p:ph type="sldNum" sz="quarter" idx="12"/>
          </p:nvPr>
        </p:nvSpPr>
        <p:spPr/>
        <p:txBody>
          <a:bodyPr/>
          <a:lstStyle/>
          <a:p>
            <a:fld id="{5B4A74C5-79B0-4340-9A8D-1CCBE3E8C644}" type="slidenum">
              <a:rPr lang="en-GB" smtClean="0"/>
              <a:pPr/>
              <a:t>8</a:t>
            </a:fld>
            <a:endParaRPr lang="en-GB"/>
          </a:p>
        </p:txBody>
      </p:sp>
      <p:sp>
        <p:nvSpPr>
          <p:cNvPr id="5" name="Footer Placeholder ">
            <a:extLst>
              <a:ext uri="{FF2B5EF4-FFF2-40B4-BE49-F238E27FC236}">
                <a16:creationId xmlns:a16="http://schemas.microsoft.com/office/drawing/2014/main" id="{66510494-8CA9-4ADE-AA8C-0ED96BCA5D12}"/>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023260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7327873-E37C-4B73-9394-EA9F436F31A8}"/>
              </a:ext>
            </a:extLst>
          </p:cNvPr>
          <p:cNvSpPr>
            <a:spLocks noGrp="1"/>
          </p:cNvSpPr>
          <p:nvPr>
            <p:ph type="title"/>
          </p:nvPr>
        </p:nvSpPr>
        <p:spPr/>
        <p:txBody>
          <a:bodyPr/>
          <a:lstStyle/>
          <a:p>
            <a:r>
              <a:rPr lang="en-GB" dirty="0"/>
              <a:t>Notes about the template</a:t>
            </a:r>
            <a:br>
              <a:rPr lang="en-GB" dirty="0"/>
            </a:br>
            <a:r>
              <a:rPr lang="en-GB" dirty="0"/>
              <a:t>Custom slides</a:t>
            </a:r>
          </a:p>
        </p:txBody>
      </p:sp>
      <p:sp>
        <p:nvSpPr>
          <p:cNvPr id="3" name="Content Placeholder 1">
            <a:extLst>
              <a:ext uri="{FF2B5EF4-FFF2-40B4-BE49-F238E27FC236}">
                <a16:creationId xmlns:a16="http://schemas.microsoft.com/office/drawing/2014/main" id="{3657A05E-2413-4C5E-AF43-00422D331248}"/>
              </a:ext>
            </a:extLst>
          </p:cNvPr>
          <p:cNvSpPr>
            <a:spLocks noGrp="1"/>
          </p:cNvSpPr>
          <p:nvPr>
            <p:ph sz="half" idx="1"/>
          </p:nvPr>
        </p:nvSpPr>
        <p:spPr>
          <a:xfrm>
            <a:off x="504000" y="1592494"/>
            <a:ext cx="5410800" cy="4789256"/>
          </a:xfrm>
        </p:spPr>
        <p:txBody>
          <a:bodyPr/>
          <a:lstStyle/>
          <a:p>
            <a:pPr lvl="1"/>
            <a:r>
              <a:rPr lang="en-GB" spc="-50" dirty="0"/>
              <a:t>Personalizing</a:t>
            </a:r>
            <a:r>
              <a:rPr lang="en-GB" dirty="0"/>
              <a:t> your presentation</a:t>
            </a:r>
          </a:p>
          <a:p>
            <a:r>
              <a:rPr lang="en-GB" dirty="0"/>
              <a:t>While this template is supplied to help you create the bulk of your presentation, we do understand there will be, on occasion, the need to create slides to cover specific topics. </a:t>
            </a:r>
          </a:p>
          <a:p>
            <a:r>
              <a:rPr lang="en-GB" dirty="0"/>
              <a:t>How these custom slides will be created is up to the user; however, please adhere to these guidelines: </a:t>
            </a:r>
          </a:p>
          <a:p>
            <a:r>
              <a:rPr lang="en-GB" dirty="0"/>
              <a:t>Where possible, use the existing styling: fonts, </a:t>
            </a:r>
            <a:r>
              <a:rPr lang="en-GB" dirty="0" err="1"/>
              <a:t>colors</a:t>
            </a:r>
            <a:r>
              <a:rPr lang="en-GB" dirty="0"/>
              <a:t>, etc.</a:t>
            </a:r>
          </a:p>
          <a:p>
            <a:pPr lvl="2"/>
            <a:r>
              <a:rPr lang="en-GB" dirty="0"/>
              <a:t>Do not overuse accent/secondary </a:t>
            </a:r>
            <a:r>
              <a:rPr lang="en-GB" dirty="0" err="1"/>
              <a:t>colors</a:t>
            </a:r>
            <a:endParaRPr lang="en-GB" dirty="0"/>
          </a:p>
          <a:p>
            <a:pPr lvl="2"/>
            <a:r>
              <a:rPr lang="en-GB" dirty="0"/>
              <a:t>Please ensure the slides and any graphics feel on brand</a:t>
            </a:r>
          </a:p>
          <a:p>
            <a:pPr lvl="2"/>
            <a:r>
              <a:rPr lang="en-GB" dirty="0"/>
              <a:t>Pay attention to how </a:t>
            </a:r>
            <a:r>
              <a:rPr lang="en-GB" spc="-50" dirty="0"/>
              <a:t>each</a:t>
            </a:r>
            <a:r>
              <a:rPr lang="en-GB" dirty="0"/>
              <a:t> slide flows with the template pages</a:t>
            </a:r>
          </a:p>
          <a:p>
            <a:pPr lvl="1"/>
            <a:r>
              <a:rPr lang="en-GB" dirty="0"/>
              <a:t>Opposite you’ll find an example of a bespoke slide that would </a:t>
            </a:r>
            <a:r>
              <a:rPr lang="en-GB" spc="-50" dirty="0"/>
              <a:t>meet</a:t>
            </a:r>
            <a:r>
              <a:rPr lang="en-GB" dirty="0"/>
              <a:t> all of the above criteria.</a:t>
            </a:r>
          </a:p>
        </p:txBody>
      </p:sp>
      <p:pic>
        <p:nvPicPr>
          <p:cNvPr id="11" name="&quot;Nationwide Marketing Strategy on a Page&quot; image" descr="Image of &quot;Nationwide Marketing: Strategy on a Page&quot; document">
            <a:extLst>
              <a:ext uri="{FF2B5EF4-FFF2-40B4-BE49-F238E27FC236}">
                <a16:creationId xmlns:a16="http://schemas.microsoft.com/office/drawing/2014/main" id="{29AD00AC-7F59-7942-B458-0E3D5D21A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6374" y="3338535"/>
            <a:ext cx="5410800" cy="3050964"/>
          </a:xfrm>
          <a:prstGeom prst="rect">
            <a:avLst/>
          </a:prstGeom>
        </p:spPr>
      </p:pic>
      <p:sp>
        <p:nvSpPr>
          <p:cNvPr id="6" name="Slide Number Placeholder ">
            <a:extLst>
              <a:ext uri="{FF2B5EF4-FFF2-40B4-BE49-F238E27FC236}">
                <a16:creationId xmlns:a16="http://schemas.microsoft.com/office/drawing/2014/main" id="{ACDC93BA-918E-4B85-A06F-F45133163859}"/>
              </a:ext>
            </a:extLst>
          </p:cNvPr>
          <p:cNvSpPr>
            <a:spLocks noGrp="1"/>
          </p:cNvSpPr>
          <p:nvPr>
            <p:ph type="sldNum" sz="quarter" idx="12"/>
          </p:nvPr>
        </p:nvSpPr>
        <p:spPr/>
        <p:txBody>
          <a:bodyPr/>
          <a:lstStyle/>
          <a:p>
            <a:fld id="{5B4A74C5-79B0-4340-9A8D-1CCBE3E8C644}" type="slidenum">
              <a:rPr lang="en-GB" smtClean="0"/>
              <a:pPr/>
              <a:t>9</a:t>
            </a:fld>
            <a:endParaRPr lang="en-GB"/>
          </a:p>
        </p:txBody>
      </p:sp>
      <p:sp>
        <p:nvSpPr>
          <p:cNvPr id="5" name="Footer Placeholder ">
            <a:extLst>
              <a:ext uri="{FF2B5EF4-FFF2-40B4-BE49-F238E27FC236}">
                <a16:creationId xmlns:a16="http://schemas.microsoft.com/office/drawing/2014/main" id="{66510494-8CA9-4ADE-AA8C-0ED96BCA5D12}"/>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05853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7327873-E37C-4B73-9394-EA9F436F31A8}"/>
              </a:ext>
            </a:extLst>
          </p:cNvPr>
          <p:cNvSpPr>
            <a:spLocks noGrp="1"/>
          </p:cNvSpPr>
          <p:nvPr>
            <p:ph type="title"/>
          </p:nvPr>
        </p:nvSpPr>
        <p:spPr/>
        <p:txBody>
          <a:bodyPr/>
          <a:lstStyle/>
          <a:p>
            <a:r>
              <a:rPr lang="en-GB"/>
              <a:t>Notes about </a:t>
            </a:r>
            <a:r>
              <a:rPr lang="en-GB" dirty="0"/>
              <a:t>the template</a:t>
            </a:r>
            <a:br>
              <a:rPr lang="en-GB" dirty="0"/>
            </a:br>
            <a:r>
              <a:rPr lang="en-GB" dirty="0"/>
              <a:t>Checking accessibility</a:t>
            </a:r>
          </a:p>
        </p:txBody>
      </p:sp>
      <p:sp>
        <p:nvSpPr>
          <p:cNvPr id="3" name="Content Placeholder 1">
            <a:extLst>
              <a:ext uri="{FF2B5EF4-FFF2-40B4-BE49-F238E27FC236}">
                <a16:creationId xmlns:a16="http://schemas.microsoft.com/office/drawing/2014/main" id="{3657A05E-2413-4C5E-AF43-00422D331248}"/>
              </a:ext>
            </a:extLst>
          </p:cNvPr>
          <p:cNvSpPr>
            <a:spLocks noGrp="1"/>
          </p:cNvSpPr>
          <p:nvPr>
            <p:ph sz="half" idx="1"/>
          </p:nvPr>
        </p:nvSpPr>
        <p:spPr/>
        <p:txBody>
          <a:bodyPr/>
          <a:lstStyle/>
          <a:p>
            <a:pPr lvl="1"/>
            <a:r>
              <a:rPr lang="en-GB" spc="-50" dirty="0"/>
              <a:t>Checking accessibility</a:t>
            </a:r>
            <a:endParaRPr lang="en-GB" dirty="0"/>
          </a:p>
          <a:p>
            <a:r>
              <a:rPr lang="en-GB" dirty="0"/>
              <a:t>PowerPoint makes it easy to check your document for accessibility issues. Once you’ve finished designing your presentation, it’s a best practice to run it through an accessibility checker. Follow the steps below:</a:t>
            </a:r>
          </a:p>
          <a:p>
            <a:pPr marL="342900" indent="-342900">
              <a:buFont typeface="+mj-lt"/>
              <a:buAutoNum type="arabicPeriod"/>
            </a:pPr>
            <a:r>
              <a:rPr lang="en-GB" dirty="0"/>
              <a:t>Go to Tools &gt; Check Accessibility</a:t>
            </a:r>
          </a:p>
          <a:p>
            <a:pPr marL="342900" indent="-342900">
              <a:buFont typeface="+mj-lt"/>
              <a:buAutoNum type="arabicPeriod"/>
            </a:pPr>
            <a:r>
              <a:rPr lang="en-GB" dirty="0"/>
              <a:t>Inspection Results will pop up to the right of your presentation</a:t>
            </a:r>
          </a:p>
          <a:p>
            <a:pPr marL="342900" indent="-342900">
              <a:buFont typeface="+mj-lt"/>
              <a:buAutoNum type="arabicPeriod"/>
            </a:pPr>
            <a:r>
              <a:rPr lang="en-GB" dirty="0"/>
              <a:t>Select an item</a:t>
            </a:r>
          </a:p>
          <a:p>
            <a:pPr marL="342900" indent="-342900">
              <a:buFont typeface="+mj-lt"/>
              <a:buAutoNum type="arabicPeriod"/>
            </a:pPr>
            <a:r>
              <a:rPr lang="en-GB" dirty="0"/>
              <a:t>Underneath the Inspection Results you will see “Why Fix?” and “Steps to Fix”</a:t>
            </a:r>
          </a:p>
          <a:p>
            <a:pPr marL="342900" indent="-342900">
              <a:buFont typeface="+mj-lt"/>
              <a:buAutoNum type="arabicPeriod"/>
            </a:pPr>
            <a:r>
              <a:rPr lang="en-GB" dirty="0"/>
              <a:t>Follow the “Steps to Fix” to ensure your content is accessible</a:t>
            </a:r>
          </a:p>
          <a:p>
            <a:pPr marL="342900" indent="-342900">
              <a:buFont typeface="+mj-lt"/>
              <a:buAutoNum type="arabicPeriod"/>
            </a:pPr>
            <a:r>
              <a:rPr lang="en-GB" dirty="0"/>
              <a:t>Run the checker until you have no errors</a:t>
            </a:r>
          </a:p>
          <a:p>
            <a:r>
              <a:rPr lang="en-US" dirty="0"/>
              <a:t>NOTE: Make sure your computer is set to the correct language. </a:t>
            </a:r>
            <a:br>
              <a:rPr lang="en-US" dirty="0"/>
            </a:br>
            <a:r>
              <a:rPr lang="en-US" dirty="0"/>
              <a:t>To update, go to the main menu, select </a:t>
            </a:r>
            <a:br>
              <a:rPr lang="en-US" dirty="0"/>
            </a:br>
            <a:r>
              <a:rPr lang="en-US" dirty="0"/>
              <a:t>Tools &gt; Language &gt; English (United States).</a:t>
            </a:r>
          </a:p>
        </p:txBody>
      </p:sp>
      <p:pic>
        <p:nvPicPr>
          <p:cNvPr id="12" name="&quot;Inspection Results&quot; image" descr="Graphical user interface for Accessibility Checker in PowerPoint">
            <a:extLst>
              <a:ext uri="{FF2B5EF4-FFF2-40B4-BE49-F238E27FC236}">
                <a16:creationId xmlns:a16="http://schemas.microsoft.com/office/drawing/2014/main" id="{DEA5CB29-7E9E-F243-9692-677A89772F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043441" y="1595438"/>
            <a:ext cx="1874093" cy="4354512"/>
          </a:xfrm>
        </p:spPr>
      </p:pic>
      <p:sp>
        <p:nvSpPr>
          <p:cNvPr id="6" name="Slide Number Placeholder ">
            <a:extLst>
              <a:ext uri="{FF2B5EF4-FFF2-40B4-BE49-F238E27FC236}">
                <a16:creationId xmlns:a16="http://schemas.microsoft.com/office/drawing/2014/main" id="{ACDC93BA-918E-4B85-A06F-F45133163859}"/>
              </a:ext>
            </a:extLst>
          </p:cNvPr>
          <p:cNvSpPr>
            <a:spLocks noGrp="1"/>
          </p:cNvSpPr>
          <p:nvPr>
            <p:ph type="sldNum" sz="quarter" idx="12"/>
          </p:nvPr>
        </p:nvSpPr>
        <p:spPr/>
        <p:txBody>
          <a:bodyPr/>
          <a:lstStyle/>
          <a:p>
            <a:fld id="{5B4A74C5-79B0-4340-9A8D-1CCBE3E8C644}" type="slidenum">
              <a:rPr lang="en-GB" smtClean="0"/>
              <a:pPr/>
              <a:t>10</a:t>
            </a:fld>
            <a:endParaRPr lang="en-GB"/>
          </a:p>
        </p:txBody>
      </p:sp>
      <p:sp>
        <p:nvSpPr>
          <p:cNvPr id="5" name="Footer Placeholder ">
            <a:extLst>
              <a:ext uri="{FF2B5EF4-FFF2-40B4-BE49-F238E27FC236}">
                <a16:creationId xmlns:a16="http://schemas.microsoft.com/office/drawing/2014/main" id="{66510494-8CA9-4ADE-AA8C-0ED96BCA5D12}"/>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581453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9F81-7BBB-DEF8-EFF7-119446F69630}"/>
              </a:ext>
            </a:extLst>
          </p:cNvPr>
          <p:cNvSpPr>
            <a:spLocks noGrp="1"/>
          </p:cNvSpPr>
          <p:nvPr>
            <p:ph type="title"/>
          </p:nvPr>
        </p:nvSpPr>
        <p:spPr/>
        <p:txBody>
          <a:bodyPr/>
          <a:lstStyle/>
          <a:p>
            <a:r>
              <a:rPr lang="en-US" dirty="0"/>
              <a:t>Section header </a:t>
            </a:r>
            <a:br>
              <a:rPr lang="en-US" dirty="0"/>
            </a:br>
            <a:r>
              <a:rPr lang="en-US" dirty="0"/>
              <a:t>goes here</a:t>
            </a:r>
          </a:p>
        </p:txBody>
      </p:sp>
    </p:spTree>
    <p:extLst>
      <p:ext uri="{BB962C8B-B14F-4D97-AF65-F5344CB8AC3E}">
        <p14:creationId xmlns:p14="http://schemas.microsoft.com/office/powerpoint/2010/main" val="254796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84C04B56-6161-564C-87B1-7A2A0ABB043A}"/>
              </a:ext>
            </a:extLst>
          </p:cNvPr>
          <p:cNvSpPr>
            <a:spLocks noGrp="1"/>
          </p:cNvSpPr>
          <p:nvPr>
            <p:ph type="title"/>
          </p:nvPr>
        </p:nvSpPr>
        <p:spPr/>
        <p:txBody>
          <a:bodyPr/>
          <a:lstStyle/>
          <a:p>
            <a:r>
              <a:rPr lang="en-US" dirty="0"/>
              <a:t>Agenda</a:t>
            </a:r>
          </a:p>
        </p:txBody>
      </p:sp>
      <p:graphicFrame>
        <p:nvGraphicFramePr>
          <p:cNvPr id="9" name="Agenda table">
            <a:extLst>
              <a:ext uri="{FF2B5EF4-FFF2-40B4-BE49-F238E27FC236}">
                <a16:creationId xmlns:a16="http://schemas.microsoft.com/office/drawing/2014/main" id="{7642A14A-4B52-8E47-A295-F3202CBD4FFB}"/>
              </a:ext>
            </a:extLst>
          </p:cNvPr>
          <p:cNvGraphicFramePr>
            <a:graphicFrameLocks noGrp="1"/>
          </p:cNvGraphicFramePr>
          <p:nvPr>
            <p:ph idx="1"/>
            <p:extLst>
              <p:ext uri="{D42A27DB-BD31-4B8C-83A1-F6EECF244321}">
                <p14:modId xmlns:p14="http://schemas.microsoft.com/office/powerpoint/2010/main" val="2773738855"/>
              </p:ext>
            </p:extLst>
          </p:nvPr>
        </p:nvGraphicFramePr>
        <p:xfrm>
          <a:off x="504825" y="1595438"/>
          <a:ext cx="11182348" cy="1854200"/>
        </p:xfrm>
        <a:graphic>
          <a:graphicData uri="http://schemas.openxmlformats.org/drawingml/2006/table">
            <a:tbl>
              <a:tblPr firstRow="1" bandRow="1">
                <a:tableStyleId>{5C22544A-7EE6-4342-B048-85BDC9FD1C3A}</a:tableStyleId>
              </a:tblPr>
              <a:tblGrid>
                <a:gridCol w="2066925">
                  <a:extLst>
                    <a:ext uri="{9D8B030D-6E8A-4147-A177-3AD203B41FA5}">
                      <a16:colId xmlns:a16="http://schemas.microsoft.com/office/drawing/2014/main" val="2434586132"/>
                    </a:ext>
                  </a:extLst>
                </a:gridCol>
                <a:gridCol w="3752850">
                  <a:extLst>
                    <a:ext uri="{9D8B030D-6E8A-4147-A177-3AD203B41FA5}">
                      <a16:colId xmlns:a16="http://schemas.microsoft.com/office/drawing/2014/main" val="741527036"/>
                    </a:ext>
                  </a:extLst>
                </a:gridCol>
                <a:gridCol w="3479800">
                  <a:extLst>
                    <a:ext uri="{9D8B030D-6E8A-4147-A177-3AD203B41FA5}">
                      <a16:colId xmlns:a16="http://schemas.microsoft.com/office/drawing/2014/main" val="3101888157"/>
                    </a:ext>
                  </a:extLst>
                </a:gridCol>
                <a:gridCol w="1882773">
                  <a:extLst>
                    <a:ext uri="{9D8B030D-6E8A-4147-A177-3AD203B41FA5}">
                      <a16:colId xmlns:a16="http://schemas.microsoft.com/office/drawing/2014/main" val="2664977218"/>
                    </a:ext>
                  </a:extLst>
                </a:gridCol>
              </a:tblGrid>
              <a:tr h="370840">
                <a:tc>
                  <a:txBody>
                    <a:bodyPr/>
                    <a:lstStyle/>
                    <a:p>
                      <a:r>
                        <a:rPr lang="en-US" sz="1200" dirty="0"/>
                        <a:t>Time</a:t>
                      </a:r>
                    </a:p>
                  </a:txBody>
                  <a:tcPr anchor="ctr"/>
                </a:tc>
                <a:tc>
                  <a:txBody>
                    <a:bodyPr/>
                    <a:lstStyle/>
                    <a:p>
                      <a:r>
                        <a:rPr lang="en-US" sz="1200" dirty="0"/>
                        <a:t>Topic</a:t>
                      </a:r>
                    </a:p>
                  </a:txBody>
                  <a:tcPr anchor="ctr"/>
                </a:tc>
                <a:tc>
                  <a:txBody>
                    <a:bodyPr/>
                    <a:lstStyle/>
                    <a:p>
                      <a:r>
                        <a:rPr lang="en-US" sz="1200" dirty="0"/>
                        <a:t>Presenter</a:t>
                      </a:r>
                    </a:p>
                  </a:txBody>
                  <a:tcPr anchor="ctr"/>
                </a:tc>
                <a:tc>
                  <a:txBody>
                    <a:bodyPr/>
                    <a:lstStyle/>
                    <a:p>
                      <a:r>
                        <a:rPr lang="en-US" sz="1200" dirty="0"/>
                        <a:t>Outcome</a:t>
                      </a:r>
                    </a:p>
                  </a:txBody>
                  <a:tcPr anchor="ctr"/>
                </a:tc>
                <a:extLst>
                  <a:ext uri="{0D108BD9-81ED-4DB2-BD59-A6C34878D82A}">
                    <a16:rowId xmlns:a16="http://schemas.microsoft.com/office/drawing/2014/main" val="2475413212"/>
                  </a:ext>
                </a:extLst>
              </a:tr>
              <a:tr h="370840">
                <a:tc>
                  <a:txBody>
                    <a:bodyPr/>
                    <a:lstStyle/>
                    <a:p>
                      <a:pPr lvl="0"/>
                      <a:r>
                        <a:rPr lang="en-US" sz="1200" b="1" dirty="0"/>
                        <a:t>00:00a.m. – 00:00p.m.</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Topic one here</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Name, Title</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Inform, Align or Discuss</a:t>
                      </a:r>
                    </a:p>
                  </a:txBody>
                  <a:tcPr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9274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00:00a.m. – 00:00p.m.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Topic two here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Name, Title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Inform, Align or Discuss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83750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00:00a.m. – 00:00p.m.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Topic three here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Name, Title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Inform, Align or Discuss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71584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00:00a.m. – 00:00p.m.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Topic four here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t>Name, Title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Inform, Align or Discuss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7573710"/>
                  </a:ext>
                </a:extLst>
              </a:tr>
            </a:tbl>
          </a:graphicData>
        </a:graphic>
      </p:graphicFrame>
      <p:sp>
        <p:nvSpPr>
          <p:cNvPr id="5" name="Slide Number Placeholder ">
            <a:extLst>
              <a:ext uri="{FF2B5EF4-FFF2-40B4-BE49-F238E27FC236}">
                <a16:creationId xmlns:a16="http://schemas.microsoft.com/office/drawing/2014/main" id="{079F8E3A-9B4A-2641-86B6-A092129EBCA3}"/>
              </a:ext>
            </a:extLst>
          </p:cNvPr>
          <p:cNvSpPr>
            <a:spLocks noGrp="1"/>
          </p:cNvSpPr>
          <p:nvPr>
            <p:ph type="sldNum" sz="quarter" idx="12"/>
          </p:nvPr>
        </p:nvSpPr>
        <p:spPr/>
        <p:txBody>
          <a:bodyPr/>
          <a:lstStyle/>
          <a:p>
            <a:fld id="{5B4A74C5-79B0-4340-9A8D-1CCBE3E8C644}" type="slidenum">
              <a:rPr lang="en-GB" smtClean="0"/>
              <a:pPr/>
              <a:t>12</a:t>
            </a:fld>
            <a:endParaRPr lang="en-GB"/>
          </a:p>
        </p:txBody>
      </p:sp>
      <p:sp>
        <p:nvSpPr>
          <p:cNvPr id="4" name="Footer Placeholder ">
            <a:extLst>
              <a:ext uri="{FF2B5EF4-FFF2-40B4-BE49-F238E27FC236}">
                <a16:creationId xmlns:a16="http://schemas.microsoft.com/office/drawing/2014/main" id="{B3C50F68-5824-284B-B1EF-27FB187C52C0}"/>
              </a:ext>
            </a:extLst>
          </p:cNvPr>
          <p:cNvSpPr>
            <a:spLocks noGrp="1"/>
          </p:cNvSpPr>
          <p:nvPr>
            <p:ph type="ftr" sz="quarter" idx="11"/>
          </p:nvPr>
        </p:nvSpPr>
        <p:spPr/>
        <p:txBody>
          <a:bodyPr/>
          <a:lstStyle/>
          <a:p>
            <a:r>
              <a:rPr lang="en-GB"/>
              <a:t>To create or edit a header or footer, go to Insert &gt; Header &amp; Footer</a:t>
            </a:r>
            <a:endParaRPr lang="en-GB" dirty="0"/>
          </a:p>
        </p:txBody>
      </p:sp>
    </p:spTree>
    <p:extLst>
      <p:ext uri="{BB962C8B-B14F-4D97-AF65-F5344CB8AC3E}">
        <p14:creationId xmlns:p14="http://schemas.microsoft.com/office/powerpoint/2010/main" val="4137841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5EEC5642-0A07-3E4E-AB2B-A2CFFAEE808C}"/>
              </a:ext>
            </a:extLst>
          </p:cNvPr>
          <p:cNvSpPr>
            <a:spLocks noGrp="1"/>
          </p:cNvSpPr>
          <p:nvPr>
            <p:ph type="title"/>
          </p:nvPr>
        </p:nvSpPr>
        <p:spPr/>
        <p:txBody>
          <a:bodyPr/>
          <a:lstStyle/>
          <a:p>
            <a:r>
              <a:rPr lang="en-US" dirty="0"/>
              <a:t>Contents</a:t>
            </a:r>
          </a:p>
        </p:txBody>
      </p:sp>
      <p:sp>
        <p:nvSpPr>
          <p:cNvPr id="3" name="Text Placeholder 1 ">
            <a:extLst>
              <a:ext uri="{FF2B5EF4-FFF2-40B4-BE49-F238E27FC236}">
                <a16:creationId xmlns:a16="http://schemas.microsoft.com/office/drawing/2014/main" id="{F07279CA-DD6D-7742-9B97-1C1F48E33D50}"/>
              </a:ext>
            </a:extLst>
          </p:cNvPr>
          <p:cNvSpPr>
            <a:spLocks noGrp="1"/>
          </p:cNvSpPr>
          <p:nvPr>
            <p:ph type="body" sz="quarter" idx="13"/>
          </p:nvPr>
        </p:nvSpPr>
        <p:spPr>
          <a:xfrm>
            <a:off x="503237" y="1592495"/>
            <a:ext cx="3442833" cy="4789256"/>
          </a:xfrm>
        </p:spPr>
        <p:txBody>
          <a:bodyPr/>
          <a:lstStyle/>
          <a:p>
            <a:pPr lvl="1"/>
            <a:r>
              <a:rPr lang="en-US" dirty="0"/>
              <a:t>00	Press the tab key after typing the slide number</a:t>
            </a:r>
          </a:p>
          <a:p>
            <a:pPr lvl="1"/>
            <a:r>
              <a:rPr lang="en-US" dirty="0"/>
              <a:t>00	Subheadings in second level</a:t>
            </a:r>
          </a:p>
          <a:p>
            <a:r>
              <a:rPr lang="en-US" dirty="0"/>
              <a:t>00	Contents entry</a:t>
            </a:r>
          </a:p>
          <a:p>
            <a:r>
              <a:rPr lang="en-US" dirty="0"/>
              <a:t>00	Contents entry</a:t>
            </a:r>
          </a:p>
          <a:p>
            <a:r>
              <a:rPr lang="en-US" dirty="0"/>
              <a:t>00	Contents entry</a:t>
            </a:r>
          </a:p>
          <a:p>
            <a:r>
              <a:rPr lang="en-US" dirty="0"/>
              <a:t>00	Contents entry</a:t>
            </a:r>
          </a:p>
          <a:p>
            <a:pPr lvl="1"/>
            <a:r>
              <a:rPr lang="en-US" dirty="0"/>
              <a:t>00	Subheadings in second level</a:t>
            </a:r>
          </a:p>
          <a:p>
            <a:r>
              <a:rPr lang="en-US" dirty="0"/>
              <a:t>00	Contents entry</a:t>
            </a:r>
          </a:p>
          <a:p>
            <a:r>
              <a:rPr lang="en-US" dirty="0"/>
              <a:t>00	Contents entry</a:t>
            </a:r>
          </a:p>
          <a:p>
            <a:r>
              <a:rPr lang="en-US" dirty="0"/>
              <a:t>00	Contents entry</a:t>
            </a:r>
          </a:p>
          <a:p>
            <a:r>
              <a:rPr lang="en-US" dirty="0"/>
              <a:t>00	Contents entry</a:t>
            </a:r>
          </a:p>
          <a:p>
            <a:r>
              <a:rPr lang="en-US" dirty="0"/>
              <a:t>00	Contents entry</a:t>
            </a:r>
          </a:p>
          <a:p>
            <a:r>
              <a:rPr lang="en-US" dirty="0"/>
              <a:t>00	Contents entry</a:t>
            </a:r>
          </a:p>
          <a:p>
            <a:endParaRPr lang="en-US" dirty="0"/>
          </a:p>
          <a:p>
            <a:endParaRPr lang="en-US" dirty="0"/>
          </a:p>
        </p:txBody>
      </p:sp>
      <p:sp>
        <p:nvSpPr>
          <p:cNvPr id="4" name="Text Placeholder 2">
            <a:extLst>
              <a:ext uri="{FF2B5EF4-FFF2-40B4-BE49-F238E27FC236}">
                <a16:creationId xmlns:a16="http://schemas.microsoft.com/office/drawing/2014/main" id="{D8CF7D51-7B8C-B144-86D3-23DBBD99C808}"/>
              </a:ext>
            </a:extLst>
          </p:cNvPr>
          <p:cNvSpPr>
            <a:spLocks noGrp="1"/>
          </p:cNvSpPr>
          <p:nvPr>
            <p:ph type="body" sz="quarter" idx="14"/>
          </p:nvPr>
        </p:nvSpPr>
        <p:spPr>
          <a:xfrm>
            <a:off x="4374584" y="1592494"/>
            <a:ext cx="3442833" cy="4789256"/>
          </a:xfrm>
        </p:spPr>
        <p:txBody>
          <a:bodyPr/>
          <a:lstStyle/>
          <a:p>
            <a:pPr lvl="1"/>
            <a:r>
              <a:rPr lang="en-US" dirty="0"/>
              <a:t>00	Subheadings in second level</a:t>
            </a:r>
          </a:p>
          <a:p>
            <a:r>
              <a:rPr lang="en-US" dirty="0"/>
              <a:t>00	Contents entry</a:t>
            </a:r>
          </a:p>
          <a:p>
            <a:r>
              <a:rPr lang="en-US" dirty="0"/>
              <a:t>00	Contents entry</a:t>
            </a:r>
          </a:p>
          <a:p>
            <a:pPr lvl="1"/>
            <a:r>
              <a:rPr lang="en-US" dirty="0"/>
              <a:t>00	Subheadings in second level</a:t>
            </a:r>
          </a:p>
          <a:p>
            <a:r>
              <a:rPr lang="en-US" dirty="0"/>
              <a:t>00	Contents entry</a:t>
            </a:r>
          </a:p>
          <a:p>
            <a:r>
              <a:rPr lang="en-US" dirty="0"/>
              <a:t>00	Contents entry</a:t>
            </a:r>
          </a:p>
          <a:p>
            <a:r>
              <a:rPr lang="en-US" dirty="0"/>
              <a:t>00	Contents entry</a:t>
            </a:r>
          </a:p>
          <a:p>
            <a:r>
              <a:rPr lang="en-US" dirty="0"/>
              <a:t>00	Contents entry</a:t>
            </a:r>
          </a:p>
          <a:p>
            <a:r>
              <a:rPr lang="en-US" dirty="0"/>
              <a:t>00	Contents entry</a:t>
            </a:r>
          </a:p>
          <a:p>
            <a:pPr lvl="1"/>
            <a:r>
              <a:rPr lang="en-US" dirty="0"/>
              <a:t>00	Subheadings in second level</a:t>
            </a:r>
          </a:p>
          <a:p>
            <a:r>
              <a:rPr lang="en-US" dirty="0"/>
              <a:t>00	Contents entry</a:t>
            </a:r>
          </a:p>
          <a:p>
            <a:r>
              <a:rPr lang="en-US" dirty="0"/>
              <a:t>00	Contents entry</a:t>
            </a:r>
          </a:p>
        </p:txBody>
      </p:sp>
      <p:sp>
        <p:nvSpPr>
          <p:cNvPr id="5" name="Text Placeholder 3">
            <a:extLst>
              <a:ext uri="{FF2B5EF4-FFF2-40B4-BE49-F238E27FC236}">
                <a16:creationId xmlns:a16="http://schemas.microsoft.com/office/drawing/2014/main" id="{CD7350DE-486B-5040-8838-D1F8342DD43E}"/>
              </a:ext>
            </a:extLst>
          </p:cNvPr>
          <p:cNvSpPr>
            <a:spLocks noGrp="1"/>
          </p:cNvSpPr>
          <p:nvPr>
            <p:ph type="body" sz="quarter" idx="15"/>
          </p:nvPr>
        </p:nvSpPr>
        <p:spPr>
          <a:xfrm>
            <a:off x="8244342" y="1592495"/>
            <a:ext cx="3442833" cy="4789256"/>
          </a:xfrm>
        </p:spPr>
        <p:txBody>
          <a:bodyPr/>
          <a:lstStyle/>
          <a:p>
            <a:pPr lvl="1"/>
            <a:r>
              <a:rPr lang="en-US" dirty="0"/>
              <a:t>00	Subheadings in second level</a:t>
            </a:r>
          </a:p>
          <a:p>
            <a:r>
              <a:rPr lang="en-US" dirty="0"/>
              <a:t>00	Contents entry</a:t>
            </a:r>
          </a:p>
          <a:p>
            <a:r>
              <a:rPr lang="en-US" dirty="0"/>
              <a:t>00	Contents entry</a:t>
            </a:r>
          </a:p>
          <a:p>
            <a:r>
              <a:rPr lang="en-US" dirty="0"/>
              <a:t>00	Contents entry</a:t>
            </a:r>
          </a:p>
          <a:p>
            <a:r>
              <a:rPr lang="en-US" dirty="0"/>
              <a:t>00	Contents entry</a:t>
            </a:r>
          </a:p>
          <a:p>
            <a:pPr lvl="1"/>
            <a:r>
              <a:rPr lang="en-US" dirty="0"/>
              <a:t>00	Subheadings in second level</a:t>
            </a:r>
          </a:p>
          <a:p>
            <a:r>
              <a:rPr lang="en-US" dirty="0"/>
              <a:t>00	Contents entry</a:t>
            </a:r>
          </a:p>
          <a:p>
            <a:r>
              <a:rPr lang="en-US" dirty="0"/>
              <a:t>00	Contents entry</a:t>
            </a:r>
          </a:p>
        </p:txBody>
      </p:sp>
      <p:sp>
        <p:nvSpPr>
          <p:cNvPr id="7" name="Slide Number Placeholder ">
            <a:extLst>
              <a:ext uri="{FF2B5EF4-FFF2-40B4-BE49-F238E27FC236}">
                <a16:creationId xmlns:a16="http://schemas.microsoft.com/office/drawing/2014/main" id="{F10CCF26-595A-C444-B251-016C4E581505}"/>
              </a:ext>
            </a:extLst>
          </p:cNvPr>
          <p:cNvSpPr>
            <a:spLocks noGrp="1"/>
          </p:cNvSpPr>
          <p:nvPr>
            <p:ph type="sldNum" sz="quarter" idx="18"/>
          </p:nvPr>
        </p:nvSpPr>
        <p:spPr/>
        <p:txBody>
          <a:bodyPr/>
          <a:lstStyle/>
          <a:p>
            <a:fld id="{5B4A74C5-79B0-4340-9A8D-1CCBE3E8C644}" type="slidenum">
              <a:rPr lang="en-GB" smtClean="0"/>
              <a:pPr/>
              <a:t>13</a:t>
            </a:fld>
            <a:endParaRPr lang="en-GB"/>
          </a:p>
        </p:txBody>
      </p:sp>
      <p:sp>
        <p:nvSpPr>
          <p:cNvPr id="6" name="Footer Placeholder ">
            <a:extLst>
              <a:ext uri="{FF2B5EF4-FFF2-40B4-BE49-F238E27FC236}">
                <a16:creationId xmlns:a16="http://schemas.microsoft.com/office/drawing/2014/main" id="{91528CC1-0E9D-A349-995C-4B772287C7B0}"/>
              </a:ext>
            </a:extLst>
          </p:cNvPr>
          <p:cNvSpPr>
            <a:spLocks noGrp="1"/>
          </p:cNvSpPr>
          <p:nvPr>
            <p:ph type="ftr" sz="quarter" idx="17"/>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397651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
            <a:extLst>
              <a:ext uri="{FF2B5EF4-FFF2-40B4-BE49-F238E27FC236}">
                <a16:creationId xmlns:a16="http://schemas.microsoft.com/office/drawing/2014/main" id="{946AF97F-D69C-4BF2-B253-F775CA9DE3DC}"/>
              </a:ext>
            </a:extLst>
          </p:cNvPr>
          <p:cNvSpPr>
            <a:spLocks noGrp="1"/>
          </p:cNvSpPr>
          <p:nvPr>
            <p:ph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endParaRPr lang="en-GB" dirty="0"/>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6" name="Footnotes Placeholder">
            <a:extLst>
              <a:ext uri="{FF2B5EF4-FFF2-40B4-BE49-F238E27FC236}">
                <a16:creationId xmlns:a16="http://schemas.microsoft.com/office/drawing/2014/main" id="{5D46FBF5-FA78-9F47-AFA3-F84661C87A13}"/>
              </a:ext>
            </a:extLst>
          </p:cNvPr>
          <p:cNvSpPr>
            <a:spLocks noGrp="1"/>
          </p:cNvSpPr>
          <p:nvPr>
            <p:ph type="body" sz="quarter" idx="13"/>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14</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93254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endParaRPr lang="en-GB" dirty="0"/>
          </a:p>
        </p:txBody>
      </p:sp>
      <p:sp>
        <p:nvSpPr>
          <p:cNvPr id="6" name="Content Placeholder 2">
            <a:extLst>
              <a:ext uri="{FF2B5EF4-FFF2-40B4-BE49-F238E27FC236}">
                <a16:creationId xmlns:a16="http://schemas.microsoft.com/office/drawing/2014/main" id="{E2402882-B50D-41BA-B33D-23939C91ECF8}"/>
              </a:ext>
            </a:extLst>
          </p:cNvPr>
          <p:cNvSpPr>
            <a:spLocks noGrp="1"/>
          </p:cNvSpPr>
          <p:nvPr>
            <p:ph sz="half" idx="2"/>
          </p:nvPr>
        </p:nvSpPr>
        <p:spPr/>
        <p:txBody>
          <a:bodyPr/>
          <a:lstStyle/>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7" name="Footnotes Placeholder">
            <a:extLst>
              <a:ext uri="{FF2B5EF4-FFF2-40B4-BE49-F238E27FC236}">
                <a16:creationId xmlns:a16="http://schemas.microsoft.com/office/drawing/2014/main" id="{A87986D5-56C6-5045-9914-F596D4E2501B}"/>
              </a:ext>
            </a:extLst>
          </p:cNvPr>
          <p:cNvSpPr>
            <a:spLocks noGrp="1"/>
          </p:cNvSpPr>
          <p:nvPr>
            <p:ph type="body" sz="quarter" idx="13"/>
          </p:nvPr>
        </p:nvSpPr>
        <p:spPr/>
        <p:txBody>
          <a:bodyPr/>
          <a:lstStyle/>
          <a:p>
            <a:pPr>
              <a:spcAft>
                <a:spcPts val="0"/>
              </a:spcAft>
            </a:pPr>
            <a:endParaRPr lang="en-US" dirty="0"/>
          </a:p>
        </p:txBody>
      </p:sp>
      <p:sp>
        <p:nvSpPr>
          <p:cNvPr id="5" name="Slide Number Placeholder">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15</a:t>
            </a:fld>
            <a:endParaRPr lang="en-GB"/>
          </a:p>
        </p:txBody>
      </p:sp>
      <p:sp>
        <p:nvSpPr>
          <p:cNvPr id="4" name="Footer Placeholder">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250030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8" name="Subtitle Placeholder">
            <a:extLst>
              <a:ext uri="{FF2B5EF4-FFF2-40B4-BE49-F238E27FC236}">
                <a16:creationId xmlns:a16="http://schemas.microsoft.com/office/drawing/2014/main" id="{DB78A108-0D19-4964-85D9-B6A9ED089654}"/>
              </a:ext>
            </a:extLst>
          </p:cNvPr>
          <p:cNvSpPr>
            <a:spLocks noGrp="1"/>
          </p:cNvSpPr>
          <p:nvPr>
            <p:ph type="body" sz="quarter" idx="14"/>
          </p:nvPr>
        </p:nvSpPr>
        <p:spPr/>
        <p:txBody>
          <a:bodyPr/>
          <a:lstStyle/>
          <a:p>
            <a:r>
              <a:rPr lang="en-GB" dirty="0"/>
              <a:t>Subtitle goes here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endParaRPr lang="en-GB" dirty="0"/>
          </a:p>
        </p:txBody>
      </p:sp>
      <p:sp>
        <p:nvSpPr>
          <p:cNvPr id="6" name="Content Placeholder 2">
            <a:extLst>
              <a:ext uri="{FF2B5EF4-FFF2-40B4-BE49-F238E27FC236}">
                <a16:creationId xmlns:a16="http://schemas.microsoft.com/office/drawing/2014/main" id="{E2402882-B50D-41BA-B33D-23939C91ECF8}"/>
              </a:ext>
            </a:extLst>
          </p:cNvPr>
          <p:cNvSpPr>
            <a:spLocks noGrp="1"/>
          </p:cNvSpPr>
          <p:nvPr>
            <p:ph sz="half" idx="2"/>
          </p:nvPr>
        </p:nvSpPr>
        <p:spPr/>
        <p:txBody>
          <a:bodyPr/>
          <a:lstStyle/>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7" name="Content Placeholder 3">
            <a:extLst>
              <a:ext uri="{FF2B5EF4-FFF2-40B4-BE49-F238E27FC236}">
                <a16:creationId xmlns:a16="http://schemas.microsoft.com/office/drawing/2014/main" id="{D7801F9C-1964-40D9-80FC-00013161250A}"/>
              </a:ext>
            </a:extLst>
          </p:cNvPr>
          <p:cNvSpPr>
            <a:spLocks noGrp="1"/>
          </p:cNvSpPr>
          <p:nvPr>
            <p:ph sz="half" idx="13"/>
          </p:nvPr>
        </p:nvSpPr>
        <p:spPr/>
        <p:txBody>
          <a:bodyPr/>
          <a:lstStyle/>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9" name="Footnotes Placeholder">
            <a:extLst>
              <a:ext uri="{FF2B5EF4-FFF2-40B4-BE49-F238E27FC236}">
                <a16:creationId xmlns:a16="http://schemas.microsoft.com/office/drawing/2014/main" id="{83464DEB-289A-0F42-B865-948718B19CC1}"/>
              </a:ext>
            </a:extLst>
          </p:cNvPr>
          <p:cNvSpPr>
            <a:spLocks noGrp="1"/>
          </p:cNvSpPr>
          <p:nvPr>
            <p:ph type="body" sz="quarter" idx="18"/>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7"/>
          </p:nvPr>
        </p:nvSpPr>
        <p:spPr/>
        <p:txBody>
          <a:bodyPr/>
          <a:lstStyle/>
          <a:p>
            <a:fld id="{5B4A74C5-79B0-4340-9A8D-1CCBE3E8C644}" type="slidenum">
              <a:rPr lang="en-GB" smtClean="0"/>
              <a:pPr/>
              <a:t>16</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6"/>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84170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F883-F0AE-6CF2-9DA9-F710F4AD94F3}"/>
              </a:ext>
            </a:extLst>
          </p:cNvPr>
          <p:cNvSpPr>
            <a:spLocks noGrp="1"/>
          </p:cNvSpPr>
          <p:nvPr>
            <p:ph type="title"/>
          </p:nvPr>
        </p:nvSpPr>
        <p:spPr/>
        <p:txBody>
          <a:bodyPr/>
          <a:lstStyle/>
          <a:p>
            <a:r>
              <a:rPr lang="en-US" dirty="0"/>
              <a:t>Formatted charts and graphs</a:t>
            </a:r>
          </a:p>
        </p:txBody>
      </p:sp>
    </p:spTree>
    <p:extLst>
      <p:ext uri="{BB962C8B-B14F-4D97-AF65-F5344CB8AC3E}">
        <p14:creationId xmlns:p14="http://schemas.microsoft.com/office/powerpoint/2010/main" val="3411223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p:txBody>
      </p:sp>
      <p:graphicFrame>
        <p:nvGraphicFramePr>
          <p:cNvPr id="9" name="Content Placeholder 2" descr="An example of a bar chart">
            <a:extLst>
              <a:ext uri="{FF2B5EF4-FFF2-40B4-BE49-F238E27FC236}">
                <a16:creationId xmlns:a16="http://schemas.microsoft.com/office/drawing/2014/main" id="{74456505-42FA-4353-ABFF-90FEE7BD358F}"/>
              </a:ext>
            </a:extLst>
          </p:cNvPr>
          <p:cNvGraphicFramePr>
            <a:graphicFrameLocks noGrp="1"/>
          </p:cNvGraphicFramePr>
          <p:nvPr>
            <p:ph sz="half" idx="2"/>
            <p:extLst>
              <p:ext uri="{D42A27DB-BD31-4B8C-83A1-F6EECF244321}">
                <p14:modId xmlns:p14="http://schemas.microsoft.com/office/powerpoint/2010/main" val="99237767"/>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6" name="Footnotes Placeholder">
            <a:extLst>
              <a:ext uri="{FF2B5EF4-FFF2-40B4-BE49-F238E27FC236}">
                <a16:creationId xmlns:a16="http://schemas.microsoft.com/office/drawing/2014/main" id="{CEED8BDD-7833-7E42-B576-6F3F58D06BFD}"/>
              </a:ext>
            </a:extLst>
          </p:cNvPr>
          <p:cNvSpPr>
            <a:spLocks noGrp="1"/>
          </p:cNvSpPr>
          <p:nvPr>
            <p:ph type="body" sz="quarter" idx="13"/>
          </p:nvPr>
        </p:nvSpPr>
        <p:spPr/>
        <p:txBody>
          <a:bodyPr/>
          <a:lstStyle/>
          <a:p>
            <a:pPr>
              <a:spcAft>
                <a:spcPts val="0"/>
              </a:spcAft>
            </a:pPr>
            <a:endParaRPr lang="en-US" dirty="0"/>
          </a:p>
        </p:txBody>
      </p:sp>
      <p:sp>
        <p:nvSpPr>
          <p:cNvPr id="5" name="Slide Number Placeholder">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18</a:t>
            </a:fld>
            <a:endParaRPr lang="en-GB"/>
          </a:p>
        </p:txBody>
      </p:sp>
      <p:sp>
        <p:nvSpPr>
          <p:cNvPr id="4" name="Footer Placeholder">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761299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Bar graph – horizontal bars</a:t>
            </a:r>
          </a:p>
        </p:txBody>
      </p:sp>
      <p:sp>
        <p:nvSpPr>
          <p:cNvPr id="11" name="Content Placeholder 10">
            <a:extLst>
              <a:ext uri="{FF2B5EF4-FFF2-40B4-BE49-F238E27FC236}">
                <a16:creationId xmlns:a16="http://schemas.microsoft.com/office/drawing/2014/main" id="{C20F68D1-D391-96D8-F2F6-FA55C2D36D8A}"/>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graphicFrame>
        <p:nvGraphicFramePr>
          <p:cNvPr id="9" name="Content Placeholder 2" descr="An example of a bar chart">
            <a:extLst>
              <a:ext uri="{FF2B5EF4-FFF2-40B4-BE49-F238E27FC236}">
                <a16:creationId xmlns:a16="http://schemas.microsoft.com/office/drawing/2014/main" id="{74456505-42FA-4353-ABFF-90FEE7BD358F}"/>
              </a:ext>
            </a:extLst>
          </p:cNvPr>
          <p:cNvGraphicFramePr>
            <a:graphicFrameLocks noGrp="1"/>
          </p:cNvGraphicFramePr>
          <p:nvPr>
            <p:ph sz="half" idx="2"/>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43419D60-DC8B-1579-30D9-4B6B49ED5961}"/>
              </a:ext>
            </a:extLst>
          </p:cNvPr>
          <p:cNvSpPr>
            <a:spLocks noGrp="1"/>
          </p:cNvSpPr>
          <p:nvPr>
            <p:ph type="body" sz="quarter" idx="13"/>
          </p:nvPr>
        </p:nvSpPr>
        <p:spPr/>
        <p:txBody>
          <a:bodyPr/>
          <a:lstStyle/>
          <a:p>
            <a:endParaRPr lang="en-US"/>
          </a:p>
        </p:txBody>
      </p:sp>
      <p:sp>
        <p:nvSpPr>
          <p:cNvPr id="5" name="Slide Number Placeholder">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19</a:t>
            </a:fld>
            <a:endParaRPr lang="en-GB"/>
          </a:p>
        </p:txBody>
      </p:sp>
      <p:sp>
        <p:nvSpPr>
          <p:cNvPr id="4" name="Footer Placeholder">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275716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p:txBody>
      </p:sp>
      <p:graphicFrame>
        <p:nvGraphicFramePr>
          <p:cNvPr id="10" name="Content Placeholder 2" descr="An example of a bar chart">
            <a:extLst>
              <a:ext uri="{FF2B5EF4-FFF2-40B4-BE49-F238E27FC236}">
                <a16:creationId xmlns:a16="http://schemas.microsoft.com/office/drawing/2014/main" id="{85669B2E-D49E-4038-BE28-29BE342EB2E5}"/>
              </a:ext>
            </a:extLst>
          </p:cNvPr>
          <p:cNvGraphicFramePr>
            <a:graphicFrameLocks noGrp="1"/>
          </p:cNvGraphicFramePr>
          <p:nvPr>
            <p:ph sz="half" idx="2"/>
            <p:extLst>
              <p:ext uri="{D42A27DB-BD31-4B8C-83A1-F6EECF244321}">
                <p14:modId xmlns:p14="http://schemas.microsoft.com/office/powerpoint/2010/main" val="1117369384"/>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6" name="Footnotes Placeholder">
            <a:extLst>
              <a:ext uri="{FF2B5EF4-FFF2-40B4-BE49-F238E27FC236}">
                <a16:creationId xmlns:a16="http://schemas.microsoft.com/office/drawing/2014/main" id="{62938471-EE79-A74A-BC0A-313B5C6CA86B}"/>
              </a:ext>
            </a:extLst>
          </p:cNvPr>
          <p:cNvSpPr>
            <a:spLocks noGrp="1"/>
          </p:cNvSpPr>
          <p:nvPr>
            <p:ph type="body" sz="quarter" idx="13"/>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20</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596443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Bar graph – vertical bars</a:t>
            </a:r>
          </a:p>
        </p:txBody>
      </p:sp>
      <p:sp>
        <p:nvSpPr>
          <p:cNvPr id="6" name="Content Placeholder 5">
            <a:extLst>
              <a:ext uri="{FF2B5EF4-FFF2-40B4-BE49-F238E27FC236}">
                <a16:creationId xmlns:a16="http://schemas.microsoft.com/office/drawing/2014/main" id="{21F626FD-90C7-E63A-B9C9-B52964670B9F}"/>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graphicFrame>
        <p:nvGraphicFramePr>
          <p:cNvPr id="10" name="Content Placeholder 2" descr="An example of a bar chart">
            <a:extLst>
              <a:ext uri="{FF2B5EF4-FFF2-40B4-BE49-F238E27FC236}">
                <a16:creationId xmlns:a16="http://schemas.microsoft.com/office/drawing/2014/main" id="{85669B2E-D49E-4038-BE28-29BE342EB2E5}"/>
              </a:ext>
            </a:extLst>
          </p:cNvPr>
          <p:cNvGraphicFramePr>
            <a:graphicFrameLocks noGrp="1"/>
          </p:cNvGraphicFramePr>
          <p:nvPr>
            <p:ph sz="half" idx="2"/>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 Placeholder 7">
            <a:extLst>
              <a:ext uri="{FF2B5EF4-FFF2-40B4-BE49-F238E27FC236}">
                <a16:creationId xmlns:a16="http://schemas.microsoft.com/office/drawing/2014/main" id="{A7D0740B-1B39-5825-E994-B09145995C67}"/>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21</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889450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6BA44031-B45A-4B06-B6B6-EF50DB4FEE73}"/>
              </a:ext>
            </a:extLst>
          </p:cNvPr>
          <p:cNvSpPr>
            <a:spLocks noGrp="1"/>
          </p:cNvSpPr>
          <p:nvPr>
            <p:ph type="title"/>
          </p:nvPr>
        </p:nvSpPr>
        <p:spPr/>
        <p:txBody>
          <a:bodyPr/>
          <a:lstStyle/>
          <a:p>
            <a:r>
              <a:rPr lang="en-GB" dirty="0"/>
              <a:t>Bar graph – horizonal stacked</a:t>
            </a:r>
          </a:p>
        </p:txBody>
      </p:sp>
      <p:sp>
        <p:nvSpPr>
          <p:cNvPr id="2" name="Content Placeholder 1">
            <a:extLst>
              <a:ext uri="{FF2B5EF4-FFF2-40B4-BE49-F238E27FC236}">
                <a16:creationId xmlns:a16="http://schemas.microsoft.com/office/drawing/2014/main" id="{6826DDF2-48D4-73E6-E2FE-5B66BA7F817D}"/>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graphicFrame>
        <p:nvGraphicFramePr>
          <p:cNvPr id="37" name="Content Placeholder 36">
            <a:extLst>
              <a:ext uri="{FF2B5EF4-FFF2-40B4-BE49-F238E27FC236}">
                <a16:creationId xmlns:a16="http://schemas.microsoft.com/office/drawing/2014/main" id="{39898A33-BC86-E3F6-31E1-22824E9CFE99}"/>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3385951252"/>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604B4B38-CC07-071A-34FF-B4E147D29C2A}"/>
              </a:ext>
            </a:extLst>
          </p:cNvPr>
          <p:cNvSpPr>
            <a:spLocks noGrp="1"/>
          </p:cNvSpPr>
          <p:nvPr>
            <p:ph type="body" sz="quarter" idx="13"/>
          </p:nvPr>
        </p:nvSpPr>
        <p:spPr/>
        <p:txBody>
          <a:bodyPr/>
          <a:lstStyle/>
          <a:p>
            <a:endParaRPr lang="en-US"/>
          </a:p>
        </p:txBody>
      </p:sp>
      <p:sp>
        <p:nvSpPr>
          <p:cNvPr id="7" name="Slide Number Placeholder 6">
            <a:extLst>
              <a:ext uri="{FF2B5EF4-FFF2-40B4-BE49-F238E27FC236}">
                <a16:creationId xmlns:a16="http://schemas.microsoft.com/office/drawing/2014/main" id="{BB3F2592-218E-4972-84C8-E024818D8679}"/>
              </a:ext>
            </a:extLst>
          </p:cNvPr>
          <p:cNvSpPr>
            <a:spLocks noGrp="1"/>
          </p:cNvSpPr>
          <p:nvPr>
            <p:ph type="sldNum" sz="quarter" idx="12"/>
          </p:nvPr>
        </p:nvSpPr>
        <p:spPr/>
        <p:txBody>
          <a:bodyPr/>
          <a:lstStyle/>
          <a:p>
            <a:fld id="{5B4A74C5-79B0-4340-9A8D-1CCBE3E8C644}" type="slidenum">
              <a:rPr lang="en-GB" smtClean="0"/>
              <a:pPr/>
              <a:t>22</a:t>
            </a:fld>
            <a:endParaRPr lang="en-GB"/>
          </a:p>
        </p:txBody>
      </p:sp>
      <p:sp>
        <p:nvSpPr>
          <p:cNvPr id="6" name="Footer Placeholder 5">
            <a:extLst>
              <a:ext uri="{FF2B5EF4-FFF2-40B4-BE49-F238E27FC236}">
                <a16:creationId xmlns:a16="http://schemas.microsoft.com/office/drawing/2014/main" id="{3CBFBCDF-1BAC-4D1A-8A5D-2C97B4092AEF}"/>
              </a:ext>
            </a:extLst>
          </p:cNvPr>
          <p:cNvSpPr>
            <a:spLocks noGrp="1"/>
          </p:cNvSpPr>
          <p:nvPr>
            <p:ph type="ftr" sz="quarter" idx="11"/>
          </p:nvPr>
        </p:nvSpPr>
        <p:spPr/>
        <p:txBody>
          <a:bodyPr/>
          <a:lstStyle/>
          <a:p>
            <a:r>
              <a:rPr lang="en-GB"/>
              <a:t>To create or edit a header or footer, go to Insert &gt; Header &amp; Footer</a:t>
            </a:r>
            <a:endParaRPr lang="en-GB" dirty="0"/>
          </a:p>
        </p:txBody>
      </p:sp>
    </p:spTree>
    <p:extLst>
      <p:ext uri="{BB962C8B-B14F-4D97-AF65-F5344CB8AC3E}">
        <p14:creationId xmlns:p14="http://schemas.microsoft.com/office/powerpoint/2010/main" val="3854242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6BA44031-B45A-4B06-B6B6-EF50DB4FEE73}"/>
              </a:ext>
            </a:extLst>
          </p:cNvPr>
          <p:cNvSpPr>
            <a:spLocks noGrp="1"/>
          </p:cNvSpPr>
          <p:nvPr>
            <p:ph type="title"/>
          </p:nvPr>
        </p:nvSpPr>
        <p:spPr/>
        <p:txBody>
          <a:bodyPr/>
          <a:lstStyle/>
          <a:p>
            <a:r>
              <a:rPr lang="en-GB" dirty="0"/>
              <a:t>Bar graph – vertical stacked</a:t>
            </a:r>
          </a:p>
        </p:txBody>
      </p:sp>
      <p:sp>
        <p:nvSpPr>
          <p:cNvPr id="2" name="Content Placeholder 1">
            <a:extLst>
              <a:ext uri="{FF2B5EF4-FFF2-40B4-BE49-F238E27FC236}">
                <a16:creationId xmlns:a16="http://schemas.microsoft.com/office/drawing/2014/main" id="{E032F0C5-9292-6C35-5C74-9B22373FFFBF}"/>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graphicFrame>
        <p:nvGraphicFramePr>
          <p:cNvPr id="19" name="Content Placeholder 18">
            <a:extLst>
              <a:ext uri="{FF2B5EF4-FFF2-40B4-BE49-F238E27FC236}">
                <a16:creationId xmlns:a16="http://schemas.microsoft.com/office/drawing/2014/main" id="{050B16AB-E924-6875-E799-A9A1296A2210}"/>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278198754"/>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322BC7B3-F323-981A-1DD7-3965C879F6AC}"/>
              </a:ext>
            </a:extLst>
          </p:cNvPr>
          <p:cNvSpPr>
            <a:spLocks noGrp="1"/>
          </p:cNvSpPr>
          <p:nvPr>
            <p:ph type="body" sz="quarter" idx="13"/>
          </p:nvPr>
        </p:nvSpPr>
        <p:spPr/>
        <p:txBody>
          <a:bodyPr/>
          <a:lstStyle/>
          <a:p>
            <a:endParaRPr lang="en-US"/>
          </a:p>
        </p:txBody>
      </p:sp>
      <p:sp>
        <p:nvSpPr>
          <p:cNvPr id="7" name="Slide Number Placeholder 6">
            <a:extLst>
              <a:ext uri="{FF2B5EF4-FFF2-40B4-BE49-F238E27FC236}">
                <a16:creationId xmlns:a16="http://schemas.microsoft.com/office/drawing/2014/main" id="{BB3F2592-218E-4972-84C8-E024818D8679}"/>
              </a:ext>
            </a:extLst>
          </p:cNvPr>
          <p:cNvSpPr>
            <a:spLocks noGrp="1"/>
          </p:cNvSpPr>
          <p:nvPr>
            <p:ph type="sldNum" sz="quarter" idx="12"/>
          </p:nvPr>
        </p:nvSpPr>
        <p:spPr/>
        <p:txBody>
          <a:bodyPr/>
          <a:lstStyle/>
          <a:p>
            <a:fld id="{5B4A74C5-79B0-4340-9A8D-1CCBE3E8C644}" type="slidenum">
              <a:rPr lang="en-GB" smtClean="0"/>
              <a:pPr/>
              <a:t>23</a:t>
            </a:fld>
            <a:endParaRPr lang="en-GB"/>
          </a:p>
        </p:txBody>
      </p:sp>
      <p:sp>
        <p:nvSpPr>
          <p:cNvPr id="6" name="Footer Placeholder 5">
            <a:extLst>
              <a:ext uri="{FF2B5EF4-FFF2-40B4-BE49-F238E27FC236}">
                <a16:creationId xmlns:a16="http://schemas.microsoft.com/office/drawing/2014/main" id="{3CBFBCDF-1BAC-4D1A-8A5D-2C97B4092AEF}"/>
              </a:ext>
            </a:extLst>
          </p:cNvPr>
          <p:cNvSpPr>
            <a:spLocks noGrp="1"/>
          </p:cNvSpPr>
          <p:nvPr>
            <p:ph type="ftr" sz="quarter" idx="11"/>
          </p:nvPr>
        </p:nvSpPr>
        <p:spPr/>
        <p:txBody>
          <a:bodyPr/>
          <a:lstStyle/>
          <a:p>
            <a:r>
              <a:rPr lang="en-GB"/>
              <a:t>To create or edit a header or footer, go to Insert &gt; Header &amp; Footer</a:t>
            </a:r>
            <a:endParaRPr lang="en-GB" dirty="0"/>
          </a:p>
        </p:txBody>
      </p:sp>
    </p:spTree>
    <p:extLst>
      <p:ext uri="{BB962C8B-B14F-4D97-AF65-F5344CB8AC3E}">
        <p14:creationId xmlns:p14="http://schemas.microsoft.com/office/powerpoint/2010/main" val="2354865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p:txBody>
      </p:sp>
      <p:grpSp>
        <p:nvGrpSpPr>
          <p:cNvPr id="6" name="Map graphic" descr="Map of the U.S.A. with two city location icons and text">
            <a:extLst>
              <a:ext uri="{FF2B5EF4-FFF2-40B4-BE49-F238E27FC236}">
                <a16:creationId xmlns:a16="http://schemas.microsoft.com/office/drawing/2014/main" id="{1BC90B85-9F7C-E04E-AE5E-A108DFD9DF7E}"/>
              </a:ext>
            </a:extLst>
          </p:cNvPr>
          <p:cNvGrpSpPr/>
          <p:nvPr/>
        </p:nvGrpSpPr>
        <p:grpSpPr>
          <a:xfrm>
            <a:off x="6268524" y="2028824"/>
            <a:ext cx="5410800" cy="3333737"/>
            <a:chOff x="6268524" y="2028824"/>
            <a:chExt cx="5410800" cy="3333737"/>
          </a:xfrm>
        </p:grpSpPr>
        <p:sp>
          <p:nvSpPr>
            <p:cNvPr id="7" name="Map of U.S.A.">
              <a:extLst>
                <a:ext uri="{FF2B5EF4-FFF2-40B4-BE49-F238E27FC236}">
                  <a16:creationId xmlns:a16="http://schemas.microsoft.com/office/drawing/2014/main" id="{4C77D86C-560B-4E54-9760-89D5FB777521}"/>
                </a:ext>
                <a:ext uri="{C183D7F6-B498-43B3-948B-1728B52AA6E4}">
                  <adec:decorative xmlns:adec="http://schemas.microsoft.com/office/drawing/2017/decorative" val="1"/>
                </a:ext>
              </a:extLst>
            </p:cNvPr>
            <p:cNvSpPr>
              <a:spLocks noChangeAspect="1" noEditPoints="1"/>
            </p:cNvSpPr>
            <p:nvPr/>
          </p:nvSpPr>
          <p:spPr bwMode="auto">
            <a:xfrm>
              <a:off x="6268524" y="2028824"/>
              <a:ext cx="5410800" cy="3333737"/>
            </a:xfrm>
            <a:custGeom>
              <a:avLst/>
              <a:gdLst>
                <a:gd name="T0" fmla="*/ 8186 w 9335"/>
                <a:gd name="T1" fmla="*/ 2623 h 5753"/>
                <a:gd name="T2" fmla="*/ 9264 w 9335"/>
                <a:gd name="T3" fmla="*/ 711 h 5753"/>
                <a:gd name="T4" fmla="*/ 9023 w 9335"/>
                <a:gd name="T5" fmla="*/ 331 h 5753"/>
                <a:gd name="T6" fmla="*/ 8683 w 9335"/>
                <a:gd name="T7" fmla="*/ 345 h 5753"/>
                <a:gd name="T8" fmla="*/ 8612 w 9335"/>
                <a:gd name="T9" fmla="*/ 743 h 5753"/>
                <a:gd name="T10" fmla="*/ 7889 w 9335"/>
                <a:gd name="T11" fmla="*/ 1194 h 5753"/>
                <a:gd name="T12" fmla="*/ 7498 w 9335"/>
                <a:gd name="T13" fmla="*/ 1500 h 5753"/>
                <a:gd name="T14" fmla="*/ 7186 w 9335"/>
                <a:gd name="T15" fmla="*/ 1901 h 5753"/>
                <a:gd name="T16" fmla="*/ 6906 w 9335"/>
                <a:gd name="T17" fmla="*/ 1916 h 5753"/>
                <a:gd name="T18" fmla="*/ 6756 w 9335"/>
                <a:gd name="T19" fmla="*/ 1484 h 5753"/>
                <a:gd name="T20" fmla="*/ 6657 w 9335"/>
                <a:gd name="T21" fmla="*/ 1127 h 5753"/>
                <a:gd name="T22" fmla="*/ 6207 w 9335"/>
                <a:gd name="T23" fmla="*/ 962 h 5753"/>
                <a:gd name="T24" fmla="*/ 5783 w 9335"/>
                <a:gd name="T25" fmla="*/ 917 h 5753"/>
                <a:gd name="T26" fmla="*/ 5467 w 9335"/>
                <a:gd name="T27" fmla="*/ 939 h 5753"/>
                <a:gd name="T28" fmla="*/ 5619 w 9335"/>
                <a:gd name="T29" fmla="*/ 682 h 5753"/>
                <a:gd name="T30" fmla="*/ 5156 w 9335"/>
                <a:gd name="T31" fmla="*/ 587 h 5753"/>
                <a:gd name="T32" fmla="*/ 4936 w 9335"/>
                <a:gd name="T33" fmla="*/ 489 h 5753"/>
                <a:gd name="T34" fmla="*/ 3291 w 9335"/>
                <a:gd name="T35" fmla="*/ 461 h 5753"/>
                <a:gd name="T36" fmla="*/ 1216 w 9335"/>
                <a:gd name="T37" fmla="*/ 117 h 5753"/>
                <a:gd name="T38" fmla="*/ 807 w 9335"/>
                <a:gd name="T39" fmla="*/ 12 h 5753"/>
                <a:gd name="T40" fmla="*/ 595 w 9335"/>
                <a:gd name="T41" fmla="*/ 136 h 5753"/>
                <a:gd name="T42" fmla="*/ 459 w 9335"/>
                <a:gd name="T43" fmla="*/ 428 h 5753"/>
                <a:gd name="T44" fmla="*/ 383 w 9335"/>
                <a:gd name="T45" fmla="*/ 734 h 5753"/>
                <a:gd name="T46" fmla="*/ 123 w 9335"/>
                <a:gd name="T47" fmla="*/ 1567 h 5753"/>
                <a:gd name="T48" fmla="*/ 59 w 9335"/>
                <a:gd name="T49" fmla="*/ 2262 h 5753"/>
                <a:gd name="T50" fmla="*/ 180 w 9335"/>
                <a:gd name="T51" fmla="*/ 2748 h 5753"/>
                <a:gd name="T52" fmla="*/ 256 w 9335"/>
                <a:gd name="T53" fmla="*/ 3294 h 5753"/>
                <a:gd name="T54" fmla="*/ 759 w 9335"/>
                <a:gd name="T55" fmla="*/ 3625 h 5753"/>
                <a:gd name="T56" fmla="*/ 1395 w 9335"/>
                <a:gd name="T57" fmla="*/ 4040 h 5753"/>
                <a:gd name="T58" fmla="*/ 1912 w 9335"/>
                <a:gd name="T59" fmla="*/ 4341 h 5753"/>
                <a:gd name="T60" fmla="*/ 2802 w 9335"/>
                <a:gd name="T61" fmla="*/ 4378 h 5753"/>
                <a:gd name="T62" fmla="*/ 3069 w 9335"/>
                <a:gd name="T63" fmla="*/ 4713 h 5753"/>
                <a:gd name="T64" fmla="*/ 3524 w 9335"/>
                <a:gd name="T65" fmla="*/ 4854 h 5753"/>
                <a:gd name="T66" fmla="*/ 3869 w 9335"/>
                <a:gd name="T67" fmla="*/ 5081 h 5753"/>
                <a:gd name="T68" fmla="*/ 4054 w 9335"/>
                <a:gd name="T69" fmla="*/ 5363 h 5753"/>
                <a:gd name="T70" fmla="*/ 4258 w 9335"/>
                <a:gd name="T71" fmla="*/ 5664 h 5753"/>
                <a:gd name="T72" fmla="*/ 4555 w 9335"/>
                <a:gd name="T73" fmla="*/ 5615 h 5753"/>
                <a:gd name="T74" fmla="*/ 4659 w 9335"/>
                <a:gd name="T75" fmla="*/ 5202 h 5753"/>
                <a:gd name="T76" fmla="*/ 5039 w 9335"/>
                <a:gd name="T77" fmla="*/ 4974 h 5753"/>
                <a:gd name="T78" fmla="*/ 5348 w 9335"/>
                <a:gd name="T79" fmla="*/ 4882 h 5753"/>
                <a:gd name="T80" fmla="*/ 5751 w 9335"/>
                <a:gd name="T81" fmla="*/ 4976 h 5753"/>
                <a:gd name="T82" fmla="*/ 6052 w 9335"/>
                <a:gd name="T83" fmla="*/ 4971 h 5753"/>
                <a:gd name="T84" fmla="*/ 6134 w 9335"/>
                <a:gd name="T85" fmla="*/ 4677 h 5753"/>
                <a:gd name="T86" fmla="*/ 6445 w 9335"/>
                <a:gd name="T87" fmla="*/ 4655 h 5753"/>
                <a:gd name="T88" fmla="*/ 6876 w 9335"/>
                <a:gd name="T89" fmla="*/ 4759 h 5753"/>
                <a:gd name="T90" fmla="*/ 7122 w 9335"/>
                <a:gd name="T91" fmla="*/ 4666 h 5753"/>
                <a:gd name="T92" fmla="*/ 7377 w 9335"/>
                <a:gd name="T93" fmla="*/ 5121 h 5753"/>
                <a:gd name="T94" fmla="*/ 7697 w 9335"/>
                <a:gd name="T95" fmla="*/ 5488 h 5753"/>
                <a:gd name="T96" fmla="*/ 7986 w 9335"/>
                <a:gd name="T97" fmla="*/ 5491 h 5753"/>
                <a:gd name="T98" fmla="*/ 7793 w 9335"/>
                <a:gd name="T99" fmla="*/ 4794 h 5753"/>
                <a:gd name="T100" fmla="*/ 7578 w 9335"/>
                <a:gd name="T101" fmla="*/ 4212 h 5753"/>
                <a:gd name="T102" fmla="*/ 7823 w 9335"/>
                <a:gd name="T103" fmla="*/ 3882 h 5753"/>
                <a:gd name="T104" fmla="*/ 8081 w 9335"/>
                <a:gd name="T105" fmla="*/ 3609 h 5753"/>
                <a:gd name="T106" fmla="*/ 8313 w 9335"/>
                <a:gd name="T107" fmla="*/ 3289 h 5753"/>
                <a:gd name="T108" fmla="*/ 8310 w 9335"/>
                <a:gd name="T109" fmla="*/ 2923 h 5753"/>
                <a:gd name="T110" fmla="*/ 8336 w 9335"/>
                <a:gd name="T111" fmla="*/ 2644 h 5753"/>
                <a:gd name="T112" fmla="*/ 8410 w 9335"/>
                <a:gd name="T113" fmla="*/ 2300 h 5753"/>
                <a:gd name="T114" fmla="*/ 8665 w 9335"/>
                <a:gd name="T115" fmla="*/ 1871 h 5753"/>
                <a:gd name="T116" fmla="*/ 9030 w 9335"/>
                <a:gd name="T117" fmla="*/ 1567 h 5753"/>
                <a:gd name="T118" fmla="*/ 8836 w 9335"/>
                <a:gd name="T119" fmla="*/ 1255 h 5753"/>
                <a:gd name="T120" fmla="*/ 9017 w 9335"/>
                <a:gd name="T121" fmla="*/ 969 h 5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35" h="5753">
                  <a:moveTo>
                    <a:pt x="8806" y="1681"/>
                  </a:moveTo>
                  <a:cubicBezTo>
                    <a:pt x="8807" y="1676"/>
                    <a:pt x="8807" y="1671"/>
                    <a:pt x="8807" y="1665"/>
                  </a:cubicBezTo>
                  <a:cubicBezTo>
                    <a:pt x="8811" y="1667"/>
                    <a:pt x="8815" y="1669"/>
                    <a:pt x="8820" y="1669"/>
                  </a:cubicBezTo>
                  <a:lnTo>
                    <a:pt x="8806" y="1681"/>
                  </a:lnTo>
                  <a:close/>
                  <a:moveTo>
                    <a:pt x="8208" y="2724"/>
                  </a:moveTo>
                  <a:cubicBezTo>
                    <a:pt x="8209" y="2744"/>
                    <a:pt x="8209" y="2744"/>
                    <a:pt x="8209" y="2744"/>
                  </a:cubicBezTo>
                  <a:cubicBezTo>
                    <a:pt x="8198" y="2723"/>
                    <a:pt x="8198" y="2723"/>
                    <a:pt x="8198" y="2723"/>
                  </a:cubicBezTo>
                  <a:cubicBezTo>
                    <a:pt x="8198" y="2721"/>
                    <a:pt x="8198" y="2720"/>
                    <a:pt x="8197" y="2720"/>
                  </a:cubicBezTo>
                  <a:cubicBezTo>
                    <a:pt x="8200" y="2696"/>
                    <a:pt x="8200" y="2696"/>
                    <a:pt x="8200" y="2696"/>
                  </a:cubicBezTo>
                  <a:cubicBezTo>
                    <a:pt x="8202" y="2677"/>
                    <a:pt x="8200" y="2662"/>
                    <a:pt x="8196" y="2649"/>
                  </a:cubicBezTo>
                  <a:cubicBezTo>
                    <a:pt x="8210" y="2648"/>
                    <a:pt x="8210" y="2648"/>
                    <a:pt x="8210" y="2648"/>
                  </a:cubicBezTo>
                  <a:cubicBezTo>
                    <a:pt x="8204" y="2665"/>
                    <a:pt x="8204" y="2665"/>
                    <a:pt x="8204" y="2665"/>
                  </a:cubicBezTo>
                  <a:cubicBezTo>
                    <a:pt x="8217" y="2664"/>
                    <a:pt x="8217" y="2664"/>
                    <a:pt x="8217" y="2664"/>
                  </a:cubicBezTo>
                  <a:cubicBezTo>
                    <a:pt x="8210" y="2684"/>
                    <a:pt x="8207" y="2706"/>
                    <a:pt x="8208" y="2724"/>
                  </a:cubicBezTo>
                  <a:moveTo>
                    <a:pt x="8186" y="2623"/>
                  </a:moveTo>
                  <a:cubicBezTo>
                    <a:pt x="8186" y="2623"/>
                    <a:pt x="8185" y="2619"/>
                    <a:pt x="8184" y="2617"/>
                  </a:cubicBezTo>
                  <a:cubicBezTo>
                    <a:pt x="8189" y="2615"/>
                    <a:pt x="8189" y="2615"/>
                    <a:pt x="8189" y="2615"/>
                  </a:cubicBezTo>
                  <a:lnTo>
                    <a:pt x="8186" y="2623"/>
                  </a:lnTo>
                  <a:close/>
                  <a:moveTo>
                    <a:pt x="4991" y="612"/>
                  </a:moveTo>
                  <a:cubicBezTo>
                    <a:pt x="4992" y="604"/>
                    <a:pt x="4992" y="604"/>
                    <a:pt x="4992" y="604"/>
                  </a:cubicBezTo>
                  <a:cubicBezTo>
                    <a:pt x="4995" y="606"/>
                    <a:pt x="4997" y="609"/>
                    <a:pt x="4999" y="613"/>
                  </a:cubicBezTo>
                  <a:lnTo>
                    <a:pt x="4991" y="612"/>
                  </a:lnTo>
                  <a:close/>
                  <a:moveTo>
                    <a:pt x="4560" y="5334"/>
                  </a:moveTo>
                  <a:cubicBezTo>
                    <a:pt x="4561" y="5331"/>
                    <a:pt x="4562" y="5328"/>
                    <a:pt x="4562" y="5324"/>
                  </a:cubicBezTo>
                  <a:cubicBezTo>
                    <a:pt x="4572" y="5329"/>
                    <a:pt x="4572" y="5329"/>
                    <a:pt x="4572" y="5329"/>
                  </a:cubicBezTo>
                  <a:lnTo>
                    <a:pt x="4560" y="5334"/>
                  </a:lnTo>
                  <a:close/>
                  <a:moveTo>
                    <a:pt x="3779" y="4877"/>
                  </a:moveTo>
                  <a:cubicBezTo>
                    <a:pt x="3776" y="4884"/>
                    <a:pt x="3769" y="4888"/>
                    <a:pt x="3762" y="4888"/>
                  </a:cubicBezTo>
                  <a:cubicBezTo>
                    <a:pt x="3761" y="4888"/>
                    <a:pt x="3759" y="4888"/>
                    <a:pt x="3758" y="4888"/>
                  </a:cubicBezTo>
                  <a:cubicBezTo>
                    <a:pt x="3781" y="4866"/>
                    <a:pt x="3781" y="4866"/>
                    <a:pt x="3781" y="4866"/>
                  </a:cubicBezTo>
                  <a:cubicBezTo>
                    <a:pt x="3781" y="4869"/>
                    <a:pt x="3781" y="4873"/>
                    <a:pt x="3779" y="4877"/>
                  </a:cubicBezTo>
                  <a:moveTo>
                    <a:pt x="9326" y="732"/>
                  </a:moveTo>
                  <a:cubicBezTo>
                    <a:pt x="9318" y="717"/>
                    <a:pt x="9303" y="708"/>
                    <a:pt x="9286" y="708"/>
                  </a:cubicBezTo>
                  <a:cubicBezTo>
                    <a:pt x="9283" y="708"/>
                    <a:pt x="9280" y="709"/>
                    <a:pt x="9277" y="709"/>
                  </a:cubicBezTo>
                  <a:cubicBezTo>
                    <a:pt x="9266" y="712"/>
                    <a:pt x="9266" y="712"/>
                    <a:pt x="9266" y="712"/>
                  </a:cubicBezTo>
                  <a:cubicBezTo>
                    <a:pt x="9264" y="711"/>
                    <a:pt x="9264" y="711"/>
                    <a:pt x="9264" y="711"/>
                  </a:cubicBezTo>
                  <a:cubicBezTo>
                    <a:pt x="9263" y="711"/>
                    <a:pt x="9262" y="710"/>
                    <a:pt x="9262" y="710"/>
                  </a:cubicBezTo>
                  <a:cubicBezTo>
                    <a:pt x="9262" y="709"/>
                    <a:pt x="9262" y="708"/>
                    <a:pt x="9262" y="707"/>
                  </a:cubicBezTo>
                  <a:cubicBezTo>
                    <a:pt x="9263" y="677"/>
                    <a:pt x="9263" y="677"/>
                    <a:pt x="9263" y="677"/>
                  </a:cubicBezTo>
                  <a:cubicBezTo>
                    <a:pt x="9238" y="669"/>
                    <a:pt x="9238" y="669"/>
                    <a:pt x="9238" y="669"/>
                  </a:cubicBezTo>
                  <a:cubicBezTo>
                    <a:pt x="9238" y="669"/>
                    <a:pt x="9237" y="668"/>
                    <a:pt x="9237" y="668"/>
                  </a:cubicBezTo>
                  <a:cubicBezTo>
                    <a:pt x="9231" y="661"/>
                    <a:pt x="9220" y="647"/>
                    <a:pt x="9200" y="641"/>
                  </a:cubicBezTo>
                  <a:cubicBezTo>
                    <a:pt x="9177" y="634"/>
                    <a:pt x="9177" y="634"/>
                    <a:pt x="9177" y="634"/>
                  </a:cubicBezTo>
                  <a:cubicBezTo>
                    <a:pt x="9174" y="637"/>
                    <a:pt x="9174" y="637"/>
                    <a:pt x="9174" y="637"/>
                  </a:cubicBezTo>
                  <a:cubicBezTo>
                    <a:pt x="9170" y="627"/>
                    <a:pt x="9168" y="617"/>
                    <a:pt x="9168" y="606"/>
                  </a:cubicBezTo>
                  <a:cubicBezTo>
                    <a:pt x="9168" y="564"/>
                    <a:pt x="9168" y="564"/>
                    <a:pt x="9168" y="564"/>
                  </a:cubicBezTo>
                  <a:cubicBezTo>
                    <a:pt x="9127" y="565"/>
                    <a:pt x="9127" y="565"/>
                    <a:pt x="9127" y="565"/>
                  </a:cubicBezTo>
                  <a:cubicBezTo>
                    <a:pt x="9122" y="566"/>
                    <a:pt x="9117" y="566"/>
                    <a:pt x="9112" y="566"/>
                  </a:cubicBezTo>
                  <a:cubicBezTo>
                    <a:pt x="9106" y="566"/>
                    <a:pt x="9101" y="566"/>
                    <a:pt x="9098" y="565"/>
                  </a:cubicBezTo>
                  <a:cubicBezTo>
                    <a:pt x="9094" y="543"/>
                    <a:pt x="9086" y="524"/>
                    <a:pt x="9081" y="511"/>
                  </a:cubicBezTo>
                  <a:cubicBezTo>
                    <a:pt x="9080" y="509"/>
                    <a:pt x="9079" y="506"/>
                    <a:pt x="9078" y="504"/>
                  </a:cubicBezTo>
                  <a:cubicBezTo>
                    <a:pt x="9066" y="472"/>
                    <a:pt x="9057" y="441"/>
                    <a:pt x="9048" y="412"/>
                  </a:cubicBezTo>
                  <a:cubicBezTo>
                    <a:pt x="9043" y="393"/>
                    <a:pt x="9037" y="375"/>
                    <a:pt x="9031" y="357"/>
                  </a:cubicBezTo>
                  <a:cubicBezTo>
                    <a:pt x="9029" y="349"/>
                    <a:pt x="9026" y="340"/>
                    <a:pt x="9023" y="331"/>
                  </a:cubicBezTo>
                  <a:cubicBezTo>
                    <a:pt x="9016" y="305"/>
                    <a:pt x="9012" y="293"/>
                    <a:pt x="9004" y="284"/>
                  </a:cubicBezTo>
                  <a:cubicBezTo>
                    <a:pt x="8994" y="272"/>
                    <a:pt x="8982" y="268"/>
                    <a:pt x="8972" y="266"/>
                  </a:cubicBezTo>
                  <a:cubicBezTo>
                    <a:pt x="8968" y="260"/>
                    <a:pt x="8961" y="251"/>
                    <a:pt x="8949" y="246"/>
                  </a:cubicBezTo>
                  <a:cubicBezTo>
                    <a:pt x="8932" y="238"/>
                    <a:pt x="8914" y="237"/>
                    <a:pt x="8902" y="237"/>
                  </a:cubicBezTo>
                  <a:cubicBezTo>
                    <a:pt x="8898" y="236"/>
                    <a:pt x="8894" y="236"/>
                    <a:pt x="8893" y="236"/>
                  </a:cubicBezTo>
                  <a:cubicBezTo>
                    <a:pt x="8874" y="233"/>
                    <a:pt x="8874" y="233"/>
                    <a:pt x="8874" y="233"/>
                  </a:cubicBezTo>
                  <a:cubicBezTo>
                    <a:pt x="8860" y="245"/>
                    <a:pt x="8860" y="245"/>
                    <a:pt x="8860" y="245"/>
                  </a:cubicBezTo>
                  <a:cubicBezTo>
                    <a:pt x="8855" y="249"/>
                    <a:pt x="8851" y="253"/>
                    <a:pt x="8846" y="257"/>
                  </a:cubicBezTo>
                  <a:cubicBezTo>
                    <a:pt x="8833" y="268"/>
                    <a:pt x="8821" y="278"/>
                    <a:pt x="8808" y="286"/>
                  </a:cubicBezTo>
                  <a:cubicBezTo>
                    <a:pt x="8803" y="256"/>
                    <a:pt x="8778" y="248"/>
                    <a:pt x="8763" y="248"/>
                  </a:cubicBezTo>
                  <a:cubicBezTo>
                    <a:pt x="8761" y="248"/>
                    <a:pt x="8758" y="248"/>
                    <a:pt x="8756" y="248"/>
                  </a:cubicBezTo>
                  <a:cubicBezTo>
                    <a:pt x="8755" y="248"/>
                    <a:pt x="8755" y="248"/>
                    <a:pt x="8754" y="248"/>
                  </a:cubicBezTo>
                  <a:cubicBezTo>
                    <a:pt x="8736" y="248"/>
                    <a:pt x="8711" y="257"/>
                    <a:pt x="8701" y="299"/>
                  </a:cubicBezTo>
                  <a:cubicBezTo>
                    <a:pt x="8700" y="301"/>
                    <a:pt x="8700" y="301"/>
                    <a:pt x="8700" y="301"/>
                  </a:cubicBezTo>
                  <a:cubicBezTo>
                    <a:pt x="8699" y="304"/>
                    <a:pt x="8698" y="308"/>
                    <a:pt x="8696" y="312"/>
                  </a:cubicBezTo>
                  <a:cubicBezTo>
                    <a:pt x="8696" y="313"/>
                    <a:pt x="8696" y="313"/>
                    <a:pt x="8696" y="313"/>
                  </a:cubicBezTo>
                  <a:cubicBezTo>
                    <a:pt x="8692" y="321"/>
                    <a:pt x="8689" y="330"/>
                    <a:pt x="8687" y="336"/>
                  </a:cubicBezTo>
                  <a:cubicBezTo>
                    <a:pt x="8685" y="339"/>
                    <a:pt x="8684" y="342"/>
                    <a:pt x="8683" y="345"/>
                  </a:cubicBezTo>
                  <a:cubicBezTo>
                    <a:pt x="8682" y="346"/>
                    <a:pt x="8682" y="346"/>
                    <a:pt x="8682" y="346"/>
                  </a:cubicBezTo>
                  <a:cubicBezTo>
                    <a:pt x="8679" y="353"/>
                    <a:pt x="8675" y="362"/>
                    <a:pt x="8672" y="371"/>
                  </a:cubicBezTo>
                  <a:cubicBezTo>
                    <a:pt x="8669" y="384"/>
                    <a:pt x="8668" y="395"/>
                    <a:pt x="8667" y="405"/>
                  </a:cubicBezTo>
                  <a:cubicBezTo>
                    <a:pt x="8667" y="409"/>
                    <a:pt x="8667" y="416"/>
                    <a:pt x="8666" y="417"/>
                  </a:cubicBezTo>
                  <a:cubicBezTo>
                    <a:pt x="8665" y="421"/>
                    <a:pt x="8663" y="425"/>
                    <a:pt x="8660" y="429"/>
                  </a:cubicBezTo>
                  <a:cubicBezTo>
                    <a:pt x="8654" y="440"/>
                    <a:pt x="8645" y="454"/>
                    <a:pt x="8644" y="474"/>
                  </a:cubicBezTo>
                  <a:cubicBezTo>
                    <a:pt x="8643" y="490"/>
                    <a:pt x="8645" y="505"/>
                    <a:pt x="8648" y="518"/>
                  </a:cubicBezTo>
                  <a:cubicBezTo>
                    <a:pt x="8649" y="522"/>
                    <a:pt x="8649" y="525"/>
                    <a:pt x="8650" y="528"/>
                  </a:cubicBezTo>
                  <a:cubicBezTo>
                    <a:pt x="8646" y="533"/>
                    <a:pt x="8643" y="537"/>
                    <a:pt x="8640" y="543"/>
                  </a:cubicBezTo>
                  <a:cubicBezTo>
                    <a:pt x="8637" y="549"/>
                    <a:pt x="8635" y="559"/>
                    <a:pt x="8632" y="579"/>
                  </a:cubicBezTo>
                  <a:cubicBezTo>
                    <a:pt x="8631" y="579"/>
                    <a:pt x="8631" y="579"/>
                    <a:pt x="8631" y="579"/>
                  </a:cubicBezTo>
                  <a:cubicBezTo>
                    <a:pt x="8630" y="588"/>
                    <a:pt x="8630" y="588"/>
                    <a:pt x="8630" y="588"/>
                  </a:cubicBezTo>
                  <a:cubicBezTo>
                    <a:pt x="8629" y="595"/>
                    <a:pt x="8629" y="595"/>
                    <a:pt x="8629" y="595"/>
                  </a:cubicBezTo>
                  <a:cubicBezTo>
                    <a:pt x="8630" y="595"/>
                    <a:pt x="8630" y="595"/>
                    <a:pt x="8630" y="595"/>
                  </a:cubicBezTo>
                  <a:cubicBezTo>
                    <a:pt x="8630" y="616"/>
                    <a:pt x="8638" y="634"/>
                    <a:pt x="8644" y="647"/>
                  </a:cubicBezTo>
                  <a:cubicBezTo>
                    <a:pt x="8646" y="652"/>
                    <a:pt x="8648" y="656"/>
                    <a:pt x="8649" y="660"/>
                  </a:cubicBezTo>
                  <a:cubicBezTo>
                    <a:pt x="8642" y="671"/>
                    <a:pt x="8638" y="682"/>
                    <a:pt x="8637" y="693"/>
                  </a:cubicBezTo>
                  <a:cubicBezTo>
                    <a:pt x="8626" y="707"/>
                    <a:pt x="8617" y="723"/>
                    <a:pt x="8612" y="743"/>
                  </a:cubicBezTo>
                  <a:cubicBezTo>
                    <a:pt x="8611" y="745"/>
                    <a:pt x="8611" y="745"/>
                    <a:pt x="8611" y="745"/>
                  </a:cubicBezTo>
                  <a:cubicBezTo>
                    <a:pt x="8611" y="748"/>
                    <a:pt x="8611" y="748"/>
                    <a:pt x="8611" y="748"/>
                  </a:cubicBezTo>
                  <a:cubicBezTo>
                    <a:pt x="8610" y="752"/>
                    <a:pt x="8609" y="757"/>
                    <a:pt x="8610" y="761"/>
                  </a:cubicBezTo>
                  <a:cubicBezTo>
                    <a:pt x="8591" y="718"/>
                    <a:pt x="8591" y="718"/>
                    <a:pt x="8591" y="718"/>
                  </a:cubicBezTo>
                  <a:cubicBezTo>
                    <a:pt x="8566" y="803"/>
                    <a:pt x="8566" y="803"/>
                    <a:pt x="8566" y="803"/>
                  </a:cubicBezTo>
                  <a:cubicBezTo>
                    <a:pt x="8559" y="802"/>
                    <a:pt x="8543" y="801"/>
                    <a:pt x="8543" y="801"/>
                  </a:cubicBezTo>
                  <a:cubicBezTo>
                    <a:pt x="8533" y="829"/>
                    <a:pt x="8533" y="829"/>
                    <a:pt x="8533" y="829"/>
                  </a:cubicBezTo>
                  <a:cubicBezTo>
                    <a:pt x="8527" y="845"/>
                    <a:pt x="8523" y="863"/>
                    <a:pt x="8521" y="882"/>
                  </a:cubicBezTo>
                  <a:cubicBezTo>
                    <a:pt x="8434" y="898"/>
                    <a:pt x="8352" y="922"/>
                    <a:pt x="8280" y="943"/>
                  </a:cubicBezTo>
                  <a:cubicBezTo>
                    <a:pt x="8277" y="944"/>
                    <a:pt x="8277" y="944"/>
                    <a:pt x="8277" y="944"/>
                  </a:cubicBezTo>
                  <a:cubicBezTo>
                    <a:pt x="8269" y="939"/>
                    <a:pt x="8269" y="939"/>
                    <a:pt x="8269" y="939"/>
                  </a:cubicBezTo>
                  <a:cubicBezTo>
                    <a:pt x="8250" y="948"/>
                    <a:pt x="8250" y="948"/>
                    <a:pt x="8250" y="948"/>
                  </a:cubicBezTo>
                  <a:cubicBezTo>
                    <a:pt x="8216" y="965"/>
                    <a:pt x="8165" y="974"/>
                    <a:pt x="8119" y="983"/>
                  </a:cubicBezTo>
                  <a:cubicBezTo>
                    <a:pt x="8102" y="986"/>
                    <a:pt x="8086" y="989"/>
                    <a:pt x="8071" y="992"/>
                  </a:cubicBezTo>
                  <a:cubicBezTo>
                    <a:pt x="8016" y="1004"/>
                    <a:pt x="7965" y="1046"/>
                    <a:pt x="7930" y="1106"/>
                  </a:cubicBezTo>
                  <a:cubicBezTo>
                    <a:pt x="7922" y="1119"/>
                    <a:pt x="7917" y="1129"/>
                    <a:pt x="7910" y="1138"/>
                  </a:cubicBezTo>
                  <a:cubicBezTo>
                    <a:pt x="7910" y="1140"/>
                    <a:pt x="7909" y="1141"/>
                    <a:pt x="7907" y="1143"/>
                  </a:cubicBezTo>
                  <a:cubicBezTo>
                    <a:pt x="7901" y="1153"/>
                    <a:pt x="7889" y="1170"/>
                    <a:pt x="7889" y="1194"/>
                  </a:cubicBezTo>
                  <a:cubicBezTo>
                    <a:pt x="7886" y="1197"/>
                    <a:pt x="7882" y="1201"/>
                    <a:pt x="7878" y="1204"/>
                  </a:cubicBezTo>
                  <a:cubicBezTo>
                    <a:pt x="7853" y="1227"/>
                    <a:pt x="7812" y="1264"/>
                    <a:pt x="7834" y="1311"/>
                  </a:cubicBezTo>
                  <a:cubicBezTo>
                    <a:pt x="7851" y="1347"/>
                    <a:pt x="7851" y="1347"/>
                    <a:pt x="7851" y="1347"/>
                  </a:cubicBezTo>
                  <a:cubicBezTo>
                    <a:pt x="7851" y="1352"/>
                    <a:pt x="7851" y="1352"/>
                    <a:pt x="7851" y="1352"/>
                  </a:cubicBezTo>
                  <a:cubicBezTo>
                    <a:pt x="7855" y="1358"/>
                    <a:pt x="7855" y="1358"/>
                    <a:pt x="7855" y="1358"/>
                  </a:cubicBezTo>
                  <a:cubicBezTo>
                    <a:pt x="7858" y="1367"/>
                    <a:pt x="7862" y="1374"/>
                    <a:pt x="7863" y="1382"/>
                  </a:cubicBezTo>
                  <a:cubicBezTo>
                    <a:pt x="7855" y="1386"/>
                    <a:pt x="7845" y="1392"/>
                    <a:pt x="7836" y="1400"/>
                  </a:cubicBezTo>
                  <a:cubicBezTo>
                    <a:pt x="7833" y="1403"/>
                    <a:pt x="7833" y="1403"/>
                    <a:pt x="7833" y="1403"/>
                  </a:cubicBezTo>
                  <a:cubicBezTo>
                    <a:pt x="7830" y="1407"/>
                    <a:pt x="7830" y="1407"/>
                    <a:pt x="7830" y="1407"/>
                  </a:cubicBezTo>
                  <a:cubicBezTo>
                    <a:pt x="7818" y="1426"/>
                    <a:pt x="7804" y="1442"/>
                    <a:pt x="7790" y="1455"/>
                  </a:cubicBezTo>
                  <a:cubicBezTo>
                    <a:pt x="7787" y="1455"/>
                    <a:pt x="7784" y="1455"/>
                    <a:pt x="7782" y="1455"/>
                  </a:cubicBezTo>
                  <a:cubicBezTo>
                    <a:pt x="7749" y="1455"/>
                    <a:pt x="7726" y="1464"/>
                    <a:pt x="7706" y="1472"/>
                  </a:cubicBezTo>
                  <a:cubicBezTo>
                    <a:pt x="7704" y="1473"/>
                    <a:pt x="7702" y="1474"/>
                    <a:pt x="7700" y="1474"/>
                  </a:cubicBezTo>
                  <a:cubicBezTo>
                    <a:pt x="7699" y="1474"/>
                    <a:pt x="7699" y="1474"/>
                    <a:pt x="7698" y="1474"/>
                  </a:cubicBezTo>
                  <a:cubicBezTo>
                    <a:pt x="7691" y="1470"/>
                    <a:pt x="7681" y="1465"/>
                    <a:pt x="7667" y="1463"/>
                  </a:cubicBezTo>
                  <a:cubicBezTo>
                    <a:pt x="7659" y="1462"/>
                    <a:pt x="7650" y="1462"/>
                    <a:pt x="7642" y="1462"/>
                  </a:cubicBezTo>
                  <a:cubicBezTo>
                    <a:pt x="7582" y="1462"/>
                    <a:pt x="7526" y="1489"/>
                    <a:pt x="7515" y="1494"/>
                  </a:cubicBezTo>
                  <a:cubicBezTo>
                    <a:pt x="7512" y="1496"/>
                    <a:pt x="7505" y="1498"/>
                    <a:pt x="7498" y="1500"/>
                  </a:cubicBezTo>
                  <a:cubicBezTo>
                    <a:pt x="7479" y="1506"/>
                    <a:pt x="7422" y="1523"/>
                    <a:pt x="7434" y="1578"/>
                  </a:cubicBezTo>
                  <a:cubicBezTo>
                    <a:pt x="7439" y="1604"/>
                    <a:pt x="7457" y="1617"/>
                    <a:pt x="7467" y="1622"/>
                  </a:cubicBezTo>
                  <a:cubicBezTo>
                    <a:pt x="7469" y="1634"/>
                    <a:pt x="7474" y="1642"/>
                    <a:pt x="7478" y="1649"/>
                  </a:cubicBezTo>
                  <a:cubicBezTo>
                    <a:pt x="7474" y="1653"/>
                    <a:pt x="7472" y="1657"/>
                    <a:pt x="7471" y="1657"/>
                  </a:cubicBezTo>
                  <a:cubicBezTo>
                    <a:pt x="7466" y="1663"/>
                    <a:pt x="7462" y="1669"/>
                    <a:pt x="7459" y="1677"/>
                  </a:cubicBezTo>
                  <a:cubicBezTo>
                    <a:pt x="7457" y="1679"/>
                    <a:pt x="7453" y="1682"/>
                    <a:pt x="7450" y="1685"/>
                  </a:cubicBezTo>
                  <a:cubicBezTo>
                    <a:pt x="7444" y="1691"/>
                    <a:pt x="7436" y="1698"/>
                    <a:pt x="7428" y="1707"/>
                  </a:cubicBezTo>
                  <a:cubicBezTo>
                    <a:pt x="7423" y="1714"/>
                    <a:pt x="7418" y="1722"/>
                    <a:pt x="7414" y="1729"/>
                  </a:cubicBezTo>
                  <a:cubicBezTo>
                    <a:pt x="7410" y="1736"/>
                    <a:pt x="7406" y="1742"/>
                    <a:pt x="7402" y="1746"/>
                  </a:cubicBezTo>
                  <a:cubicBezTo>
                    <a:pt x="7399" y="1750"/>
                    <a:pt x="7395" y="1753"/>
                    <a:pt x="7391" y="1757"/>
                  </a:cubicBezTo>
                  <a:cubicBezTo>
                    <a:pt x="7385" y="1762"/>
                    <a:pt x="7377" y="1768"/>
                    <a:pt x="7370" y="1778"/>
                  </a:cubicBezTo>
                  <a:cubicBezTo>
                    <a:pt x="7348" y="1787"/>
                    <a:pt x="7330" y="1805"/>
                    <a:pt x="7317" y="1819"/>
                  </a:cubicBezTo>
                  <a:cubicBezTo>
                    <a:pt x="7315" y="1821"/>
                    <a:pt x="7313" y="1823"/>
                    <a:pt x="7311" y="1825"/>
                  </a:cubicBezTo>
                  <a:cubicBezTo>
                    <a:pt x="7305" y="1826"/>
                    <a:pt x="7295" y="1828"/>
                    <a:pt x="7286" y="1836"/>
                  </a:cubicBezTo>
                  <a:cubicBezTo>
                    <a:pt x="7280" y="1840"/>
                    <a:pt x="7272" y="1847"/>
                    <a:pt x="7266" y="1856"/>
                  </a:cubicBezTo>
                  <a:cubicBezTo>
                    <a:pt x="7244" y="1861"/>
                    <a:pt x="7229" y="1874"/>
                    <a:pt x="7217" y="1883"/>
                  </a:cubicBezTo>
                  <a:cubicBezTo>
                    <a:pt x="7212" y="1887"/>
                    <a:pt x="7208" y="1890"/>
                    <a:pt x="7203" y="1893"/>
                  </a:cubicBezTo>
                  <a:cubicBezTo>
                    <a:pt x="7199" y="1896"/>
                    <a:pt x="7193" y="1898"/>
                    <a:pt x="7186" y="1901"/>
                  </a:cubicBezTo>
                  <a:cubicBezTo>
                    <a:pt x="7171" y="1908"/>
                    <a:pt x="7153" y="1917"/>
                    <a:pt x="7136" y="1931"/>
                  </a:cubicBezTo>
                  <a:cubicBezTo>
                    <a:pt x="7126" y="1940"/>
                    <a:pt x="7120" y="1950"/>
                    <a:pt x="7114" y="1957"/>
                  </a:cubicBezTo>
                  <a:cubicBezTo>
                    <a:pt x="7112" y="1961"/>
                    <a:pt x="7109" y="1965"/>
                    <a:pt x="7106" y="1968"/>
                  </a:cubicBezTo>
                  <a:cubicBezTo>
                    <a:pt x="7097" y="1978"/>
                    <a:pt x="7084" y="1993"/>
                    <a:pt x="7078" y="1993"/>
                  </a:cubicBezTo>
                  <a:cubicBezTo>
                    <a:pt x="7077" y="1993"/>
                    <a:pt x="7075" y="1993"/>
                    <a:pt x="7071" y="1991"/>
                  </a:cubicBezTo>
                  <a:cubicBezTo>
                    <a:pt x="7053" y="1984"/>
                    <a:pt x="7053" y="1984"/>
                    <a:pt x="7053" y="1984"/>
                  </a:cubicBezTo>
                  <a:cubicBezTo>
                    <a:pt x="7037" y="1993"/>
                    <a:pt x="7037" y="1993"/>
                    <a:pt x="7037" y="1993"/>
                  </a:cubicBezTo>
                  <a:cubicBezTo>
                    <a:pt x="7026" y="1999"/>
                    <a:pt x="7017" y="2006"/>
                    <a:pt x="7008" y="2012"/>
                  </a:cubicBezTo>
                  <a:cubicBezTo>
                    <a:pt x="6998" y="2020"/>
                    <a:pt x="6988" y="2027"/>
                    <a:pt x="6981" y="2029"/>
                  </a:cubicBezTo>
                  <a:cubicBezTo>
                    <a:pt x="6980" y="2028"/>
                    <a:pt x="6978" y="2027"/>
                    <a:pt x="6976" y="2026"/>
                  </a:cubicBezTo>
                  <a:cubicBezTo>
                    <a:pt x="6971" y="2024"/>
                    <a:pt x="6965" y="2021"/>
                    <a:pt x="6957" y="2018"/>
                  </a:cubicBezTo>
                  <a:cubicBezTo>
                    <a:pt x="6957" y="2018"/>
                    <a:pt x="6957" y="2018"/>
                    <a:pt x="6957" y="2018"/>
                  </a:cubicBezTo>
                  <a:cubicBezTo>
                    <a:pt x="6916" y="2009"/>
                    <a:pt x="6916" y="2009"/>
                    <a:pt x="6916" y="2009"/>
                  </a:cubicBezTo>
                  <a:cubicBezTo>
                    <a:pt x="6910" y="2008"/>
                    <a:pt x="6900" y="2003"/>
                    <a:pt x="6892" y="1999"/>
                  </a:cubicBezTo>
                  <a:cubicBezTo>
                    <a:pt x="6882" y="1995"/>
                    <a:pt x="6872" y="1990"/>
                    <a:pt x="6860" y="1986"/>
                  </a:cubicBezTo>
                  <a:cubicBezTo>
                    <a:pt x="6862" y="1983"/>
                    <a:pt x="6863" y="1980"/>
                    <a:pt x="6865" y="1977"/>
                  </a:cubicBezTo>
                  <a:cubicBezTo>
                    <a:pt x="6874" y="1961"/>
                    <a:pt x="6885" y="1942"/>
                    <a:pt x="6888" y="1913"/>
                  </a:cubicBezTo>
                  <a:cubicBezTo>
                    <a:pt x="6894" y="1915"/>
                    <a:pt x="6900" y="1916"/>
                    <a:pt x="6906" y="1916"/>
                  </a:cubicBezTo>
                  <a:cubicBezTo>
                    <a:pt x="6935" y="1916"/>
                    <a:pt x="6993" y="1889"/>
                    <a:pt x="7000" y="1846"/>
                  </a:cubicBezTo>
                  <a:cubicBezTo>
                    <a:pt x="7004" y="1825"/>
                    <a:pt x="7004" y="1825"/>
                    <a:pt x="7004" y="1825"/>
                  </a:cubicBezTo>
                  <a:cubicBezTo>
                    <a:pt x="6988" y="1810"/>
                    <a:pt x="6988" y="1810"/>
                    <a:pt x="6988" y="1810"/>
                  </a:cubicBezTo>
                  <a:cubicBezTo>
                    <a:pt x="6987" y="1809"/>
                    <a:pt x="6986" y="1808"/>
                    <a:pt x="6984" y="1806"/>
                  </a:cubicBezTo>
                  <a:cubicBezTo>
                    <a:pt x="6983" y="1805"/>
                    <a:pt x="6983" y="1805"/>
                    <a:pt x="6983" y="1805"/>
                  </a:cubicBezTo>
                  <a:cubicBezTo>
                    <a:pt x="6980" y="1802"/>
                    <a:pt x="6977" y="1799"/>
                    <a:pt x="6974" y="1796"/>
                  </a:cubicBezTo>
                  <a:cubicBezTo>
                    <a:pt x="6975" y="1783"/>
                    <a:pt x="6974" y="1770"/>
                    <a:pt x="6974" y="1758"/>
                  </a:cubicBezTo>
                  <a:cubicBezTo>
                    <a:pt x="6974" y="1752"/>
                    <a:pt x="6973" y="1732"/>
                    <a:pt x="6974" y="1727"/>
                  </a:cubicBezTo>
                  <a:cubicBezTo>
                    <a:pt x="6993" y="1701"/>
                    <a:pt x="6993" y="1701"/>
                    <a:pt x="6993" y="1701"/>
                  </a:cubicBezTo>
                  <a:cubicBezTo>
                    <a:pt x="6970" y="1677"/>
                    <a:pt x="6970" y="1677"/>
                    <a:pt x="6970" y="1677"/>
                  </a:cubicBezTo>
                  <a:cubicBezTo>
                    <a:pt x="6952" y="1659"/>
                    <a:pt x="6943" y="1626"/>
                    <a:pt x="6934" y="1591"/>
                  </a:cubicBezTo>
                  <a:cubicBezTo>
                    <a:pt x="6920" y="1542"/>
                    <a:pt x="6906" y="1491"/>
                    <a:pt x="6864" y="1458"/>
                  </a:cubicBezTo>
                  <a:cubicBezTo>
                    <a:pt x="6854" y="1450"/>
                    <a:pt x="6854" y="1450"/>
                    <a:pt x="6854" y="1450"/>
                  </a:cubicBezTo>
                  <a:cubicBezTo>
                    <a:pt x="6841" y="1450"/>
                    <a:pt x="6841" y="1450"/>
                    <a:pt x="6841" y="1450"/>
                  </a:cubicBezTo>
                  <a:cubicBezTo>
                    <a:pt x="6840" y="1449"/>
                    <a:pt x="6838" y="1449"/>
                    <a:pt x="6837" y="1449"/>
                  </a:cubicBezTo>
                  <a:cubicBezTo>
                    <a:pt x="6804" y="1449"/>
                    <a:pt x="6784" y="1466"/>
                    <a:pt x="6772" y="1476"/>
                  </a:cubicBezTo>
                  <a:cubicBezTo>
                    <a:pt x="6764" y="1482"/>
                    <a:pt x="6762" y="1483"/>
                    <a:pt x="6760" y="1484"/>
                  </a:cubicBezTo>
                  <a:cubicBezTo>
                    <a:pt x="6756" y="1484"/>
                    <a:pt x="6756" y="1484"/>
                    <a:pt x="6756" y="1484"/>
                  </a:cubicBezTo>
                  <a:cubicBezTo>
                    <a:pt x="6757" y="1480"/>
                    <a:pt x="6759" y="1475"/>
                    <a:pt x="6759" y="1469"/>
                  </a:cubicBezTo>
                  <a:cubicBezTo>
                    <a:pt x="6793" y="1437"/>
                    <a:pt x="6786" y="1386"/>
                    <a:pt x="6782" y="1353"/>
                  </a:cubicBezTo>
                  <a:cubicBezTo>
                    <a:pt x="6780" y="1343"/>
                    <a:pt x="6779" y="1334"/>
                    <a:pt x="6779" y="1326"/>
                  </a:cubicBezTo>
                  <a:cubicBezTo>
                    <a:pt x="6778" y="1316"/>
                    <a:pt x="6778" y="1316"/>
                    <a:pt x="6778" y="1316"/>
                  </a:cubicBezTo>
                  <a:cubicBezTo>
                    <a:pt x="6773" y="1308"/>
                    <a:pt x="6773" y="1308"/>
                    <a:pt x="6773" y="1308"/>
                  </a:cubicBezTo>
                  <a:cubicBezTo>
                    <a:pt x="6768" y="1299"/>
                    <a:pt x="6762" y="1292"/>
                    <a:pt x="6756" y="1287"/>
                  </a:cubicBezTo>
                  <a:cubicBezTo>
                    <a:pt x="6763" y="1276"/>
                    <a:pt x="6766" y="1264"/>
                    <a:pt x="6765" y="1251"/>
                  </a:cubicBezTo>
                  <a:cubicBezTo>
                    <a:pt x="6764" y="1239"/>
                    <a:pt x="6764" y="1239"/>
                    <a:pt x="6764" y="1239"/>
                  </a:cubicBezTo>
                  <a:cubicBezTo>
                    <a:pt x="6757" y="1230"/>
                    <a:pt x="6757" y="1230"/>
                    <a:pt x="6757" y="1230"/>
                  </a:cubicBezTo>
                  <a:cubicBezTo>
                    <a:pt x="6727" y="1190"/>
                    <a:pt x="6680" y="1165"/>
                    <a:pt x="6618" y="1156"/>
                  </a:cubicBezTo>
                  <a:cubicBezTo>
                    <a:pt x="6598" y="1130"/>
                    <a:pt x="6565" y="1129"/>
                    <a:pt x="6548" y="1129"/>
                  </a:cubicBezTo>
                  <a:cubicBezTo>
                    <a:pt x="6543" y="1128"/>
                    <a:pt x="6538" y="1128"/>
                    <a:pt x="6534" y="1128"/>
                  </a:cubicBezTo>
                  <a:cubicBezTo>
                    <a:pt x="6533" y="1127"/>
                    <a:pt x="6532" y="1126"/>
                    <a:pt x="6532" y="1125"/>
                  </a:cubicBezTo>
                  <a:cubicBezTo>
                    <a:pt x="6538" y="1126"/>
                    <a:pt x="6543" y="1126"/>
                    <a:pt x="6548" y="1126"/>
                  </a:cubicBezTo>
                  <a:cubicBezTo>
                    <a:pt x="6556" y="1126"/>
                    <a:pt x="6563" y="1125"/>
                    <a:pt x="6570" y="1125"/>
                  </a:cubicBezTo>
                  <a:cubicBezTo>
                    <a:pt x="6577" y="1125"/>
                    <a:pt x="6584" y="1125"/>
                    <a:pt x="6591" y="1125"/>
                  </a:cubicBezTo>
                  <a:cubicBezTo>
                    <a:pt x="6595" y="1125"/>
                    <a:pt x="6599" y="1125"/>
                    <a:pt x="6602" y="1125"/>
                  </a:cubicBezTo>
                  <a:cubicBezTo>
                    <a:pt x="6657" y="1127"/>
                    <a:pt x="6657" y="1127"/>
                    <a:pt x="6657" y="1127"/>
                  </a:cubicBezTo>
                  <a:cubicBezTo>
                    <a:pt x="6643" y="1075"/>
                    <a:pt x="6643" y="1075"/>
                    <a:pt x="6643" y="1075"/>
                  </a:cubicBezTo>
                  <a:cubicBezTo>
                    <a:pt x="6634" y="1044"/>
                    <a:pt x="6611" y="1029"/>
                    <a:pt x="6596" y="1019"/>
                  </a:cubicBezTo>
                  <a:cubicBezTo>
                    <a:pt x="6594" y="1017"/>
                    <a:pt x="6592" y="1016"/>
                    <a:pt x="6590" y="1014"/>
                  </a:cubicBezTo>
                  <a:cubicBezTo>
                    <a:pt x="6585" y="964"/>
                    <a:pt x="6549" y="949"/>
                    <a:pt x="6533" y="946"/>
                  </a:cubicBezTo>
                  <a:cubicBezTo>
                    <a:pt x="6515" y="941"/>
                    <a:pt x="6515" y="941"/>
                    <a:pt x="6515" y="941"/>
                  </a:cubicBezTo>
                  <a:cubicBezTo>
                    <a:pt x="6499" y="952"/>
                    <a:pt x="6499" y="952"/>
                    <a:pt x="6499" y="952"/>
                  </a:cubicBezTo>
                  <a:cubicBezTo>
                    <a:pt x="6498" y="953"/>
                    <a:pt x="6497" y="954"/>
                    <a:pt x="6495" y="956"/>
                  </a:cubicBezTo>
                  <a:cubicBezTo>
                    <a:pt x="6490" y="954"/>
                    <a:pt x="6485" y="954"/>
                    <a:pt x="6480" y="954"/>
                  </a:cubicBezTo>
                  <a:cubicBezTo>
                    <a:pt x="6471" y="954"/>
                    <a:pt x="6463" y="955"/>
                    <a:pt x="6455" y="957"/>
                  </a:cubicBezTo>
                  <a:cubicBezTo>
                    <a:pt x="6455" y="952"/>
                    <a:pt x="6455" y="946"/>
                    <a:pt x="6455" y="940"/>
                  </a:cubicBezTo>
                  <a:cubicBezTo>
                    <a:pt x="6458" y="906"/>
                    <a:pt x="6458" y="906"/>
                    <a:pt x="6458" y="906"/>
                  </a:cubicBezTo>
                  <a:cubicBezTo>
                    <a:pt x="6424" y="898"/>
                    <a:pt x="6424" y="898"/>
                    <a:pt x="6424" y="898"/>
                  </a:cubicBezTo>
                  <a:cubicBezTo>
                    <a:pt x="6418" y="897"/>
                    <a:pt x="6413" y="896"/>
                    <a:pt x="6407" y="896"/>
                  </a:cubicBezTo>
                  <a:cubicBezTo>
                    <a:pt x="6382" y="896"/>
                    <a:pt x="6363" y="908"/>
                    <a:pt x="6348" y="917"/>
                  </a:cubicBezTo>
                  <a:cubicBezTo>
                    <a:pt x="6342" y="920"/>
                    <a:pt x="6335" y="924"/>
                    <a:pt x="6331" y="925"/>
                  </a:cubicBezTo>
                  <a:cubicBezTo>
                    <a:pt x="6320" y="928"/>
                    <a:pt x="6311" y="929"/>
                    <a:pt x="6300" y="929"/>
                  </a:cubicBezTo>
                  <a:cubicBezTo>
                    <a:pt x="6289" y="929"/>
                    <a:pt x="6277" y="929"/>
                    <a:pt x="6264" y="932"/>
                  </a:cubicBezTo>
                  <a:cubicBezTo>
                    <a:pt x="6234" y="940"/>
                    <a:pt x="6222" y="946"/>
                    <a:pt x="6207" y="962"/>
                  </a:cubicBezTo>
                  <a:cubicBezTo>
                    <a:pt x="6205" y="963"/>
                    <a:pt x="6204" y="965"/>
                    <a:pt x="6202" y="967"/>
                  </a:cubicBezTo>
                  <a:cubicBezTo>
                    <a:pt x="6200" y="967"/>
                    <a:pt x="6198" y="968"/>
                    <a:pt x="6197" y="969"/>
                  </a:cubicBezTo>
                  <a:cubicBezTo>
                    <a:pt x="6190" y="971"/>
                    <a:pt x="6181" y="974"/>
                    <a:pt x="6172" y="982"/>
                  </a:cubicBezTo>
                  <a:cubicBezTo>
                    <a:pt x="6168" y="986"/>
                    <a:pt x="6165" y="991"/>
                    <a:pt x="6163" y="995"/>
                  </a:cubicBezTo>
                  <a:cubicBezTo>
                    <a:pt x="6142" y="990"/>
                    <a:pt x="6125" y="988"/>
                    <a:pt x="6107" y="988"/>
                  </a:cubicBezTo>
                  <a:cubicBezTo>
                    <a:pt x="6099" y="988"/>
                    <a:pt x="6090" y="989"/>
                    <a:pt x="6080" y="989"/>
                  </a:cubicBezTo>
                  <a:cubicBezTo>
                    <a:pt x="6047" y="938"/>
                    <a:pt x="6006" y="910"/>
                    <a:pt x="5963" y="910"/>
                  </a:cubicBezTo>
                  <a:cubicBezTo>
                    <a:pt x="5960" y="910"/>
                    <a:pt x="5957" y="911"/>
                    <a:pt x="5954" y="911"/>
                  </a:cubicBezTo>
                  <a:cubicBezTo>
                    <a:pt x="5953" y="911"/>
                    <a:pt x="5953" y="911"/>
                    <a:pt x="5952" y="911"/>
                  </a:cubicBezTo>
                  <a:cubicBezTo>
                    <a:pt x="5965" y="898"/>
                    <a:pt x="5981" y="881"/>
                    <a:pt x="5989" y="854"/>
                  </a:cubicBezTo>
                  <a:cubicBezTo>
                    <a:pt x="5991" y="848"/>
                    <a:pt x="5991" y="848"/>
                    <a:pt x="5991" y="848"/>
                  </a:cubicBezTo>
                  <a:cubicBezTo>
                    <a:pt x="5991" y="779"/>
                    <a:pt x="5991" y="779"/>
                    <a:pt x="5991" y="779"/>
                  </a:cubicBezTo>
                  <a:cubicBezTo>
                    <a:pt x="5941" y="791"/>
                    <a:pt x="5941" y="791"/>
                    <a:pt x="5941" y="791"/>
                  </a:cubicBezTo>
                  <a:cubicBezTo>
                    <a:pt x="5922" y="795"/>
                    <a:pt x="5865" y="809"/>
                    <a:pt x="5840" y="863"/>
                  </a:cubicBezTo>
                  <a:cubicBezTo>
                    <a:pt x="5823" y="862"/>
                    <a:pt x="5823" y="862"/>
                    <a:pt x="5823" y="862"/>
                  </a:cubicBezTo>
                  <a:cubicBezTo>
                    <a:pt x="5810" y="881"/>
                    <a:pt x="5810" y="881"/>
                    <a:pt x="5810" y="881"/>
                  </a:cubicBezTo>
                  <a:cubicBezTo>
                    <a:pt x="5806" y="886"/>
                    <a:pt x="5802" y="891"/>
                    <a:pt x="5798" y="897"/>
                  </a:cubicBezTo>
                  <a:cubicBezTo>
                    <a:pt x="5793" y="903"/>
                    <a:pt x="5788" y="910"/>
                    <a:pt x="5783" y="917"/>
                  </a:cubicBezTo>
                  <a:cubicBezTo>
                    <a:pt x="5767" y="923"/>
                    <a:pt x="5755" y="931"/>
                    <a:pt x="5745" y="938"/>
                  </a:cubicBezTo>
                  <a:cubicBezTo>
                    <a:pt x="5732" y="947"/>
                    <a:pt x="5725" y="953"/>
                    <a:pt x="5712" y="953"/>
                  </a:cubicBezTo>
                  <a:cubicBezTo>
                    <a:pt x="5709" y="953"/>
                    <a:pt x="5705" y="952"/>
                    <a:pt x="5701" y="952"/>
                  </a:cubicBezTo>
                  <a:cubicBezTo>
                    <a:pt x="5689" y="950"/>
                    <a:pt x="5689" y="950"/>
                    <a:pt x="5689" y="950"/>
                  </a:cubicBezTo>
                  <a:cubicBezTo>
                    <a:pt x="5677" y="955"/>
                    <a:pt x="5677" y="955"/>
                    <a:pt x="5677" y="955"/>
                  </a:cubicBezTo>
                  <a:cubicBezTo>
                    <a:pt x="5659" y="964"/>
                    <a:pt x="5648" y="978"/>
                    <a:pt x="5641" y="988"/>
                  </a:cubicBezTo>
                  <a:cubicBezTo>
                    <a:pt x="5637" y="992"/>
                    <a:pt x="5634" y="997"/>
                    <a:pt x="5632" y="998"/>
                  </a:cubicBezTo>
                  <a:cubicBezTo>
                    <a:pt x="5631" y="999"/>
                    <a:pt x="5626" y="1000"/>
                    <a:pt x="5624" y="1001"/>
                  </a:cubicBezTo>
                  <a:cubicBezTo>
                    <a:pt x="5616" y="1003"/>
                    <a:pt x="5603" y="1007"/>
                    <a:pt x="5592" y="1015"/>
                  </a:cubicBezTo>
                  <a:cubicBezTo>
                    <a:pt x="5583" y="1013"/>
                    <a:pt x="5575" y="1011"/>
                    <a:pt x="5567" y="1010"/>
                  </a:cubicBezTo>
                  <a:cubicBezTo>
                    <a:pt x="5571" y="994"/>
                    <a:pt x="5572" y="975"/>
                    <a:pt x="5560" y="955"/>
                  </a:cubicBezTo>
                  <a:cubicBezTo>
                    <a:pt x="5544" y="932"/>
                    <a:pt x="5544" y="932"/>
                    <a:pt x="5544" y="932"/>
                  </a:cubicBezTo>
                  <a:cubicBezTo>
                    <a:pt x="5516" y="939"/>
                    <a:pt x="5516" y="939"/>
                    <a:pt x="5516" y="939"/>
                  </a:cubicBezTo>
                  <a:cubicBezTo>
                    <a:pt x="5493" y="945"/>
                    <a:pt x="5470" y="958"/>
                    <a:pt x="5446" y="971"/>
                  </a:cubicBezTo>
                  <a:cubicBezTo>
                    <a:pt x="5446" y="971"/>
                    <a:pt x="5446" y="971"/>
                    <a:pt x="5446" y="971"/>
                  </a:cubicBezTo>
                  <a:cubicBezTo>
                    <a:pt x="5447" y="970"/>
                    <a:pt x="5449" y="969"/>
                    <a:pt x="5450" y="968"/>
                  </a:cubicBezTo>
                  <a:cubicBezTo>
                    <a:pt x="5461" y="960"/>
                    <a:pt x="5465" y="949"/>
                    <a:pt x="5467" y="939"/>
                  </a:cubicBezTo>
                  <a:cubicBezTo>
                    <a:pt x="5467" y="939"/>
                    <a:pt x="5467" y="939"/>
                    <a:pt x="5467" y="939"/>
                  </a:cubicBezTo>
                  <a:cubicBezTo>
                    <a:pt x="5474" y="935"/>
                    <a:pt x="5490" y="924"/>
                    <a:pt x="5497" y="906"/>
                  </a:cubicBezTo>
                  <a:cubicBezTo>
                    <a:pt x="5507" y="898"/>
                    <a:pt x="5514" y="888"/>
                    <a:pt x="5519" y="882"/>
                  </a:cubicBezTo>
                  <a:cubicBezTo>
                    <a:pt x="5520" y="880"/>
                    <a:pt x="5521" y="878"/>
                    <a:pt x="5521" y="878"/>
                  </a:cubicBezTo>
                  <a:cubicBezTo>
                    <a:pt x="5523" y="876"/>
                    <a:pt x="5526" y="874"/>
                    <a:pt x="5535" y="868"/>
                  </a:cubicBezTo>
                  <a:cubicBezTo>
                    <a:pt x="5538" y="865"/>
                    <a:pt x="5541" y="863"/>
                    <a:pt x="5543" y="861"/>
                  </a:cubicBezTo>
                  <a:cubicBezTo>
                    <a:pt x="5547" y="860"/>
                    <a:pt x="5550" y="859"/>
                    <a:pt x="5553" y="857"/>
                  </a:cubicBezTo>
                  <a:cubicBezTo>
                    <a:pt x="5563" y="852"/>
                    <a:pt x="5563" y="852"/>
                    <a:pt x="5563" y="852"/>
                  </a:cubicBezTo>
                  <a:cubicBezTo>
                    <a:pt x="5568" y="842"/>
                    <a:pt x="5568" y="842"/>
                    <a:pt x="5568" y="842"/>
                  </a:cubicBezTo>
                  <a:cubicBezTo>
                    <a:pt x="5573" y="833"/>
                    <a:pt x="5595" y="826"/>
                    <a:pt x="5616" y="820"/>
                  </a:cubicBezTo>
                  <a:cubicBezTo>
                    <a:pt x="5624" y="818"/>
                    <a:pt x="5632" y="816"/>
                    <a:pt x="5640" y="813"/>
                  </a:cubicBezTo>
                  <a:cubicBezTo>
                    <a:pt x="5645" y="812"/>
                    <a:pt x="5645" y="812"/>
                    <a:pt x="5645" y="812"/>
                  </a:cubicBezTo>
                  <a:cubicBezTo>
                    <a:pt x="5649" y="809"/>
                    <a:pt x="5649" y="809"/>
                    <a:pt x="5649" y="809"/>
                  </a:cubicBezTo>
                  <a:cubicBezTo>
                    <a:pt x="5654" y="806"/>
                    <a:pt x="5658" y="802"/>
                    <a:pt x="5661" y="798"/>
                  </a:cubicBezTo>
                  <a:cubicBezTo>
                    <a:pt x="5687" y="792"/>
                    <a:pt x="5709" y="769"/>
                    <a:pt x="5714" y="742"/>
                  </a:cubicBezTo>
                  <a:cubicBezTo>
                    <a:pt x="5730" y="651"/>
                    <a:pt x="5730" y="651"/>
                    <a:pt x="5730" y="651"/>
                  </a:cubicBezTo>
                  <a:cubicBezTo>
                    <a:pt x="5657" y="699"/>
                    <a:pt x="5657" y="699"/>
                    <a:pt x="5657" y="699"/>
                  </a:cubicBezTo>
                  <a:cubicBezTo>
                    <a:pt x="5655" y="698"/>
                    <a:pt x="5652" y="696"/>
                    <a:pt x="5651" y="695"/>
                  </a:cubicBezTo>
                  <a:cubicBezTo>
                    <a:pt x="5643" y="690"/>
                    <a:pt x="5632" y="684"/>
                    <a:pt x="5619" y="682"/>
                  </a:cubicBezTo>
                  <a:cubicBezTo>
                    <a:pt x="5609" y="681"/>
                    <a:pt x="5598" y="680"/>
                    <a:pt x="5588" y="680"/>
                  </a:cubicBezTo>
                  <a:cubicBezTo>
                    <a:pt x="5573" y="680"/>
                    <a:pt x="5558" y="681"/>
                    <a:pt x="5542" y="684"/>
                  </a:cubicBezTo>
                  <a:cubicBezTo>
                    <a:pt x="5532" y="669"/>
                    <a:pt x="5517" y="661"/>
                    <a:pt x="5498" y="661"/>
                  </a:cubicBezTo>
                  <a:cubicBezTo>
                    <a:pt x="5494" y="661"/>
                    <a:pt x="5489" y="661"/>
                    <a:pt x="5485" y="662"/>
                  </a:cubicBezTo>
                  <a:cubicBezTo>
                    <a:pt x="5476" y="664"/>
                    <a:pt x="5476" y="664"/>
                    <a:pt x="5476" y="664"/>
                  </a:cubicBezTo>
                  <a:cubicBezTo>
                    <a:pt x="5463" y="674"/>
                    <a:pt x="5463" y="674"/>
                    <a:pt x="5463" y="674"/>
                  </a:cubicBezTo>
                  <a:cubicBezTo>
                    <a:pt x="5452" y="681"/>
                    <a:pt x="5440" y="690"/>
                    <a:pt x="5431" y="700"/>
                  </a:cubicBezTo>
                  <a:cubicBezTo>
                    <a:pt x="5427" y="700"/>
                    <a:pt x="5423" y="700"/>
                    <a:pt x="5419" y="700"/>
                  </a:cubicBezTo>
                  <a:cubicBezTo>
                    <a:pt x="5415" y="700"/>
                    <a:pt x="5411" y="701"/>
                    <a:pt x="5407" y="701"/>
                  </a:cubicBezTo>
                  <a:cubicBezTo>
                    <a:pt x="5406" y="699"/>
                    <a:pt x="5405" y="697"/>
                    <a:pt x="5404" y="696"/>
                  </a:cubicBezTo>
                  <a:cubicBezTo>
                    <a:pt x="5392" y="678"/>
                    <a:pt x="5374" y="673"/>
                    <a:pt x="5362" y="672"/>
                  </a:cubicBezTo>
                  <a:cubicBezTo>
                    <a:pt x="5354" y="655"/>
                    <a:pt x="5342" y="645"/>
                    <a:pt x="5325" y="642"/>
                  </a:cubicBezTo>
                  <a:cubicBezTo>
                    <a:pt x="5321" y="641"/>
                    <a:pt x="5316" y="641"/>
                    <a:pt x="5312" y="641"/>
                  </a:cubicBezTo>
                  <a:cubicBezTo>
                    <a:pt x="5303" y="641"/>
                    <a:pt x="5295" y="642"/>
                    <a:pt x="5288" y="646"/>
                  </a:cubicBezTo>
                  <a:cubicBezTo>
                    <a:pt x="5286" y="631"/>
                    <a:pt x="5283" y="597"/>
                    <a:pt x="5283" y="597"/>
                  </a:cubicBezTo>
                  <a:cubicBezTo>
                    <a:pt x="5255" y="616"/>
                    <a:pt x="5255" y="616"/>
                    <a:pt x="5255" y="616"/>
                  </a:cubicBezTo>
                  <a:cubicBezTo>
                    <a:pt x="5247" y="610"/>
                    <a:pt x="5220" y="598"/>
                    <a:pt x="5217" y="597"/>
                  </a:cubicBezTo>
                  <a:cubicBezTo>
                    <a:pt x="5200" y="590"/>
                    <a:pt x="5177" y="587"/>
                    <a:pt x="5156" y="587"/>
                  </a:cubicBezTo>
                  <a:cubicBezTo>
                    <a:pt x="5149" y="587"/>
                    <a:pt x="5144" y="587"/>
                    <a:pt x="5138" y="588"/>
                  </a:cubicBezTo>
                  <a:cubicBezTo>
                    <a:pt x="5112" y="590"/>
                    <a:pt x="5099" y="605"/>
                    <a:pt x="5093" y="614"/>
                  </a:cubicBezTo>
                  <a:cubicBezTo>
                    <a:pt x="5092" y="614"/>
                    <a:pt x="5091" y="614"/>
                    <a:pt x="5090" y="614"/>
                  </a:cubicBezTo>
                  <a:cubicBezTo>
                    <a:pt x="5088" y="611"/>
                    <a:pt x="5086" y="608"/>
                    <a:pt x="5083" y="606"/>
                  </a:cubicBezTo>
                  <a:cubicBezTo>
                    <a:pt x="5078" y="600"/>
                    <a:pt x="5068" y="593"/>
                    <a:pt x="5052" y="593"/>
                  </a:cubicBezTo>
                  <a:cubicBezTo>
                    <a:pt x="5050" y="593"/>
                    <a:pt x="5048" y="594"/>
                    <a:pt x="5046" y="594"/>
                  </a:cubicBezTo>
                  <a:cubicBezTo>
                    <a:pt x="5038" y="592"/>
                    <a:pt x="5024" y="589"/>
                    <a:pt x="4998" y="583"/>
                  </a:cubicBezTo>
                  <a:cubicBezTo>
                    <a:pt x="4996" y="583"/>
                    <a:pt x="4995" y="583"/>
                    <a:pt x="4993" y="582"/>
                  </a:cubicBezTo>
                  <a:cubicBezTo>
                    <a:pt x="4994" y="581"/>
                    <a:pt x="4994" y="581"/>
                    <a:pt x="4994" y="581"/>
                  </a:cubicBezTo>
                  <a:cubicBezTo>
                    <a:pt x="4981" y="581"/>
                    <a:pt x="4981" y="581"/>
                    <a:pt x="4981" y="581"/>
                  </a:cubicBezTo>
                  <a:cubicBezTo>
                    <a:pt x="4980" y="581"/>
                    <a:pt x="4980" y="581"/>
                    <a:pt x="4980" y="581"/>
                  </a:cubicBezTo>
                  <a:cubicBezTo>
                    <a:pt x="4974" y="581"/>
                    <a:pt x="4969" y="581"/>
                    <a:pt x="4963" y="583"/>
                  </a:cubicBezTo>
                  <a:cubicBezTo>
                    <a:pt x="4963" y="583"/>
                    <a:pt x="4963" y="583"/>
                    <a:pt x="4963" y="583"/>
                  </a:cubicBezTo>
                  <a:cubicBezTo>
                    <a:pt x="4962" y="580"/>
                    <a:pt x="4962" y="577"/>
                    <a:pt x="4962" y="575"/>
                  </a:cubicBezTo>
                  <a:cubicBezTo>
                    <a:pt x="4961" y="568"/>
                    <a:pt x="4960" y="562"/>
                    <a:pt x="4959" y="559"/>
                  </a:cubicBezTo>
                  <a:cubicBezTo>
                    <a:pt x="4956" y="543"/>
                    <a:pt x="4950" y="528"/>
                    <a:pt x="4945" y="513"/>
                  </a:cubicBezTo>
                  <a:cubicBezTo>
                    <a:pt x="4943" y="507"/>
                    <a:pt x="4940" y="500"/>
                    <a:pt x="4938" y="494"/>
                  </a:cubicBezTo>
                  <a:cubicBezTo>
                    <a:pt x="4936" y="489"/>
                    <a:pt x="4936" y="489"/>
                    <a:pt x="4936" y="489"/>
                  </a:cubicBezTo>
                  <a:cubicBezTo>
                    <a:pt x="4936" y="487"/>
                    <a:pt x="4936" y="486"/>
                    <a:pt x="4936" y="484"/>
                  </a:cubicBezTo>
                  <a:cubicBezTo>
                    <a:pt x="4936" y="479"/>
                    <a:pt x="4936" y="474"/>
                    <a:pt x="4935" y="470"/>
                  </a:cubicBezTo>
                  <a:cubicBezTo>
                    <a:pt x="4930" y="451"/>
                    <a:pt x="4914" y="438"/>
                    <a:pt x="4895" y="438"/>
                  </a:cubicBezTo>
                  <a:cubicBezTo>
                    <a:pt x="4892" y="438"/>
                    <a:pt x="4889" y="439"/>
                    <a:pt x="4887" y="439"/>
                  </a:cubicBezTo>
                  <a:cubicBezTo>
                    <a:pt x="4820" y="439"/>
                    <a:pt x="4820" y="439"/>
                    <a:pt x="4820" y="439"/>
                  </a:cubicBezTo>
                  <a:cubicBezTo>
                    <a:pt x="4820" y="478"/>
                    <a:pt x="4820" y="478"/>
                    <a:pt x="4820" y="478"/>
                  </a:cubicBezTo>
                  <a:cubicBezTo>
                    <a:pt x="4819" y="493"/>
                    <a:pt x="4821" y="507"/>
                    <a:pt x="4823" y="519"/>
                  </a:cubicBezTo>
                  <a:cubicBezTo>
                    <a:pt x="4807" y="521"/>
                    <a:pt x="4789" y="521"/>
                    <a:pt x="4775" y="521"/>
                  </a:cubicBezTo>
                  <a:cubicBezTo>
                    <a:pt x="4757" y="521"/>
                    <a:pt x="4738" y="520"/>
                    <a:pt x="4719" y="520"/>
                  </a:cubicBezTo>
                  <a:cubicBezTo>
                    <a:pt x="4698" y="519"/>
                    <a:pt x="4677" y="519"/>
                    <a:pt x="4657" y="519"/>
                  </a:cubicBezTo>
                  <a:cubicBezTo>
                    <a:pt x="4611" y="519"/>
                    <a:pt x="4578" y="521"/>
                    <a:pt x="4552" y="527"/>
                  </a:cubicBezTo>
                  <a:cubicBezTo>
                    <a:pt x="4412" y="517"/>
                    <a:pt x="4265" y="513"/>
                    <a:pt x="4122" y="509"/>
                  </a:cubicBezTo>
                  <a:cubicBezTo>
                    <a:pt x="3932" y="504"/>
                    <a:pt x="3736" y="498"/>
                    <a:pt x="3557" y="480"/>
                  </a:cubicBezTo>
                  <a:cubicBezTo>
                    <a:pt x="3519" y="476"/>
                    <a:pt x="3519" y="476"/>
                    <a:pt x="3519" y="476"/>
                  </a:cubicBezTo>
                  <a:cubicBezTo>
                    <a:pt x="3519" y="477"/>
                    <a:pt x="3519" y="477"/>
                    <a:pt x="3519" y="477"/>
                  </a:cubicBezTo>
                  <a:cubicBezTo>
                    <a:pt x="3501" y="476"/>
                    <a:pt x="3483" y="475"/>
                    <a:pt x="3464" y="475"/>
                  </a:cubicBezTo>
                  <a:cubicBezTo>
                    <a:pt x="3449" y="474"/>
                    <a:pt x="3435" y="474"/>
                    <a:pt x="3421" y="473"/>
                  </a:cubicBezTo>
                  <a:cubicBezTo>
                    <a:pt x="3378" y="470"/>
                    <a:pt x="3333" y="465"/>
                    <a:pt x="3291" y="461"/>
                  </a:cubicBezTo>
                  <a:cubicBezTo>
                    <a:pt x="3265" y="458"/>
                    <a:pt x="3239" y="455"/>
                    <a:pt x="3213" y="453"/>
                  </a:cubicBezTo>
                  <a:cubicBezTo>
                    <a:pt x="2990" y="432"/>
                    <a:pt x="2780" y="407"/>
                    <a:pt x="2589" y="379"/>
                  </a:cubicBezTo>
                  <a:cubicBezTo>
                    <a:pt x="2435" y="356"/>
                    <a:pt x="2281" y="330"/>
                    <a:pt x="2132" y="305"/>
                  </a:cubicBezTo>
                  <a:cubicBezTo>
                    <a:pt x="2091" y="298"/>
                    <a:pt x="2091" y="298"/>
                    <a:pt x="2091" y="298"/>
                  </a:cubicBezTo>
                  <a:cubicBezTo>
                    <a:pt x="2058" y="293"/>
                    <a:pt x="2023" y="286"/>
                    <a:pt x="1986" y="278"/>
                  </a:cubicBezTo>
                  <a:cubicBezTo>
                    <a:pt x="1915" y="264"/>
                    <a:pt x="1842" y="249"/>
                    <a:pt x="1778" y="244"/>
                  </a:cubicBezTo>
                  <a:cubicBezTo>
                    <a:pt x="1769" y="243"/>
                    <a:pt x="1769" y="243"/>
                    <a:pt x="1769" y="243"/>
                  </a:cubicBezTo>
                  <a:cubicBezTo>
                    <a:pt x="1655" y="218"/>
                    <a:pt x="1655" y="218"/>
                    <a:pt x="1655" y="218"/>
                  </a:cubicBezTo>
                  <a:cubicBezTo>
                    <a:pt x="1641" y="213"/>
                    <a:pt x="1641" y="213"/>
                    <a:pt x="1641" y="213"/>
                  </a:cubicBezTo>
                  <a:cubicBezTo>
                    <a:pt x="1610" y="201"/>
                    <a:pt x="1578" y="197"/>
                    <a:pt x="1547" y="193"/>
                  </a:cubicBezTo>
                  <a:cubicBezTo>
                    <a:pt x="1531" y="191"/>
                    <a:pt x="1513" y="188"/>
                    <a:pt x="1497" y="185"/>
                  </a:cubicBezTo>
                  <a:cubicBezTo>
                    <a:pt x="1496" y="184"/>
                    <a:pt x="1493" y="183"/>
                    <a:pt x="1493" y="183"/>
                  </a:cubicBezTo>
                  <a:cubicBezTo>
                    <a:pt x="1486" y="178"/>
                    <a:pt x="1477" y="173"/>
                    <a:pt x="1467" y="171"/>
                  </a:cubicBezTo>
                  <a:cubicBezTo>
                    <a:pt x="1446" y="166"/>
                    <a:pt x="1425" y="163"/>
                    <a:pt x="1405" y="161"/>
                  </a:cubicBezTo>
                  <a:cubicBezTo>
                    <a:pt x="1385" y="158"/>
                    <a:pt x="1365" y="155"/>
                    <a:pt x="1346" y="151"/>
                  </a:cubicBezTo>
                  <a:cubicBezTo>
                    <a:pt x="1334" y="148"/>
                    <a:pt x="1322" y="145"/>
                    <a:pt x="1310" y="142"/>
                  </a:cubicBezTo>
                  <a:cubicBezTo>
                    <a:pt x="1284" y="135"/>
                    <a:pt x="1258" y="128"/>
                    <a:pt x="1229" y="123"/>
                  </a:cubicBezTo>
                  <a:cubicBezTo>
                    <a:pt x="1227" y="123"/>
                    <a:pt x="1219" y="118"/>
                    <a:pt x="1216" y="117"/>
                  </a:cubicBezTo>
                  <a:cubicBezTo>
                    <a:pt x="1207" y="112"/>
                    <a:pt x="1196" y="106"/>
                    <a:pt x="1184" y="103"/>
                  </a:cubicBezTo>
                  <a:cubicBezTo>
                    <a:pt x="1179" y="102"/>
                    <a:pt x="1174" y="102"/>
                    <a:pt x="1169" y="102"/>
                  </a:cubicBezTo>
                  <a:cubicBezTo>
                    <a:pt x="1163" y="102"/>
                    <a:pt x="1158" y="102"/>
                    <a:pt x="1154" y="103"/>
                  </a:cubicBezTo>
                  <a:cubicBezTo>
                    <a:pt x="1154" y="103"/>
                    <a:pt x="1151" y="103"/>
                    <a:pt x="1150" y="103"/>
                  </a:cubicBezTo>
                  <a:cubicBezTo>
                    <a:pt x="1147" y="102"/>
                    <a:pt x="1143" y="99"/>
                    <a:pt x="1139" y="97"/>
                  </a:cubicBezTo>
                  <a:cubicBezTo>
                    <a:pt x="1128" y="92"/>
                    <a:pt x="1115" y="85"/>
                    <a:pt x="1100" y="83"/>
                  </a:cubicBezTo>
                  <a:cubicBezTo>
                    <a:pt x="1097" y="82"/>
                    <a:pt x="1095" y="82"/>
                    <a:pt x="1092" y="82"/>
                  </a:cubicBezTo>
                  <a:cubicBezTo>
                    <a:pt x="1084" y="82"/>
                    <a:pt x="1076" y="84"/>
                    <a:pt x="1070" y="86"/>
                  </a:cubicBezTo>
                  <a:cubicBezTo>
                    <a:pt x="1070" y="85"/>
                    <a:pt x="1069" y="85"/>
                    <a:pt x="1068" y="84"/>
                  </a:cubicBezTo>
                  <a:cubicBezTo>
                    <a:pt x="1056" y="76"/>
                    <a:pt x="1041" y="67"/>
                    <a:pt x="1022" y="63"/>
                  </a:cubicBezTo>
                  <a:cubicBezTo>
                    <a:pt x="1017" y="62"/>
                    <a:pt x="1012" y="61"/>
                    <a:pt x="1007" y="61"/>
                  </a:cubicBezTo>
                  <a:cubicBezTo>
                    <a:pt x="1002" y="61"/>
                    <a:pt x="997" y="62"/>
                    <a:pt x="993" y="62"/>
                  </a:cubicBezTo>
                  <a:cubicBezTo>
                    <a:pt x="989" y="63"/>
                    <a:pt x="989" y="63"/>
                    <a:pt x="989" y="63"/>
                  </a:cubicBezTo>
                  <a:cubicBezTo>
                    <a:pt x="983" y="61"/>
                    <a:pt x="975" y="57"/>
                    <a:pt x="966" y="53"/>
                  </a:cubicBezTo>
                  <a:cubicBezTo>
                    <a:pt x="954" y="48"/>
                    <a:pt x="939" y="41"/>
                    <a:pt x="923" y="36"/>
                  </a:cubicBezTo>
                  <a:cubicBezTo>
                    <a:pt x="899" y="30"/>
                    <a:pt x="865" y="25"/>
                    <a:pt x="840" y="22"/>
                  </a:cubicBezTo>
                  <a:cubicBezTo>
                    <a:pt x="840" y="22"/>
                    <a:pt x="838" y="21"/>
                    <a:pt x="838" y="21"/>
                  </a:cubicBezTo>
                  <a:cubicBezTo>
                    <a:pt x="830" y="17"/>
                    <a:pt x="819" y="12"/>
                    <a:pt x="807" y="12"/>
                  </a:cubicBezTo>
                  <a:cubicBezTo>
                    <a:pt x="792" y="12"/>
                    <a:pt x="779" y="19"/>
                    <a:pt x="771" y="31"/>
                  </a:cubicBezTo>
                  <a:cubicBezTo>
                    <a:pt x="762" y="43"/>
                    <a:pt x="760" y="59"/>
                    <a:pt x="765" y="77"/>
                  </a:cubicBezTo>
                  <a:cubicBezTo>
                    <a:pt x="766" y="79"/>
                    <a:pt x="766" y="82"/>
                    <a:pt x="767" y="85"/>
                  </a:cubicBezTo>
                  <a:cubicBezTo>
                    <a:pt x="768" y="91"/>
                    <a:pt x="771" y="96"/>
                    <a:pt x="774" y="101"/>
                  </a:cubicBezTo>
                  <a:cubicBezTo>
                    <a:pt x="788" y="142"/>
                    <a:pt x="788" y="142"/>
                    <a:pt x="788" y="142"/>
                  </a:cubicBezTo>
                  <a:cubicBezTo>
                    <a:pt x="789" y="141"/>
                    <a:pt x="789" y="141"/>
                    <a:pt x="789" y="141"/>
                  </a:cubicBezTo>
                  <a:cubicBezTo>
                    <a:pt x="786" y="152"/>
                    <a:pt x="781" y="162"/>
                    <a:pt x="777" y="170"/>
                  </a:cubicBezTo>
                  <a:cubicBezTo>
                    <a:pt x="759" y="204"/>
                    <a:pt x="759" y="204"/>
                    <a:pt x="759" y="204"/>
                  </a:cubicBezTo>
                  <a:cubicBezTo>
                    <a:pt x="769" y="210"/>
                    <a:pt x="769" y="210"/>
                    <a:pt x="769" y="210"/>
                  </a:cubicBezTo>
                  <a:cubicBezTo>
                    <a:pt x="754" y="210"/>
                    <a:pt x="754" y="210"/>
                    <a:pt x="754" y="210"/>
                  </a:cubicBezTo>
                  <a:cubicBezTo>
                    <a:pt x="752" y="208"/>
                    <a:pt x="750" y="206"/>
                    <a:pt x="747" y="204"/>
                  </a:cubicBezTo>
                  <a:cubicBezTo>
                    <a:pt x="773" y="117"/>
                    <a:pt x="773" y="117"/>
                    <a:pt x="773" y="117"/>
                  </a:cubicBezTo>
                  <a:cubicBezTo>
                    <a:pt x="689" y="172"/>
                    <a:pt x="689" y="172"/>
                    <a:pt x="689" y="172"/>
                  </a:cubicBezTo>
                  <a:cubicBezTo>
                    <a:pt x="687" y="170"/>
                    <a:pt x="685" y="169"/>
                    <a:pt x="682" y="168"/>
                  </a:cubicBezTo>
                  <a:cubicBezTo>
                    <a:pt x="671" y="162"/>
                    <a:pt x="660" y="160"/>
                    <a:pt x="649" y="159"/>
                  </a:cubicBezTo>
                  <a:cubicBezTo>
                    <a:pt x="644" y="153"/>
                    <a:pt x="638" y="148"/>
                    <a:pt x="631" y="145"/>
                  </a:cubicBezTo>
                  <a:cubicBezTo>
                    <a:pt x="618" y="141"/>
                    <a:pt x="607" y="138"/>
                    <a:pt x="598" y="136"/>
                  </a:cubicBezTo>
                  <a:cubicBezTo>
                    <a:pt x="597" y="136"/>
                    <a:pt x="596" y="136"/>
                    <a:pt x="595" y="136"/>
                  </a:cubicBezTo>
                  <a:cubicBezTo>
                    <a:pt x="593" y="114"/>
                    <a:pt x="593" y="114"/>
                    <a:pt x="593" y="114"/>
                  </a:cubicBezTo>
                  <a:cubicBezTo>
                    <a:pt x="593" y="114"/>
                    <a:pt x="571" y="111"/>
                    <a:pt x="564" y="110"/>
                  </a:cubicBezTo>
                  <a:cubicBezTo>
                    <a:pt x="559" y="105"/>
                    <a:pt x="554" y="101"/>
                    <a:pt x="550" y="99"/>
                  </a:cubicBezTo>
                  <a:cubicBezTo>
                    <a:pt x="547" y="97"/>
                    <a:pt x="545" y="95"/>
                    <a:pt x="543" y="93"/>
                  </a:cubicBezTo>
                  <a:cubicBezTo>
                    <a:pt x="537" y="85"/>
                    <a:pt x="537" y="85"/>
                    <a:pt x="537" y="85"/>
                  </a:cubicBezTo>
                  <a:cubicBezTo>
                    <a:pt x="478" y="0"/>
                    <a:pt x="478" y="0"/>
                    <a:pt x="478" y="0"/>
                  </a:cubicBezTo>
                  <a:cubicBezTo>
                    <a:pt x="469" y="73"/>
                    <a:pt x="469" y="73"/>
                    <a:pt x="469" y="73"/>
                  </a:cubicBezTo>
                  <a:cubicBezTo>
                    <a:pt x="464" y="79"/>
                    <a:pt x="457" y="88"/>
                    <a:pt x="455" y="102"/>
                  </a:cubicBezTo>
                  <a:cubicBezTo>
                    <a:pt x="446" y="102"/>
                    <a:pt x="446" y="102"/>
                    <a:pt x="446" y="102"/>
                  </a:cubicBezTo>
                  <a:cubicBezTo>
                    <a:pt x="442" y="138"/>
                    <a:pt x="442" y="138"/>
                    <a:pt x="442" y="138"/>
                  </a:cubicBezTo>
                  <a:cubicBezTo>
                    <a:pt x="440" y="155"/>
                    <a:pt x="438" y="183"/>
                    <a:pt x="442" y="203"/>
                  </a:cubicBezTo>
                  <a:cubicBezTo>
                    <a:pt x="445" y="219"/>
                    <a:pt x="453" y="228"/>
                    <a:pt x="459" y="234"/>
                  </a:cubicBezTo>
                  <a:cubicBezTo>
                    <a:pt x="462" y="249"/>
                    <a:pt x="459" y="272"/>
                    <a:pt x="456" y="285"/>
                  </a:cubicBezTo>
                  <a:cubicBezTo>
                    <a:pt x="455" y="292"/>
                    <a:pt x="455" y="292"/>
                    <a:pt x="455" y="292"/>
                  </a:cubicBezTo>
                  <a:cubicBezTo>
                    <a:pt x="452" y="315"/>
                    <a:pt x="455" y="335"/>
                    <a:pt x="457" y="352"/>
                  </a:cubicBezTo>
                  <a:cubicBezTo>
                    <a:pt x="459" y="366"/>
                    <a:pt x="460" y="377"/>
                    <a:pt x="458" y="384"/>
                  </a:cubicBezTo>
                  <a:cubicBezTo>
                    <a:pt x="443" y="422"/>
                    <a:pt x="443" y="422"/>
                    <a:pt x="443" y="422"/>
                  </a:cubicBezTo>
                  <a:cubicBezTo>
                    <a:pt x="459" y="428"/>
                    <a:pt x="459" y="428"/>
                    <a:pt x="459" y="428"/>
                  </a:cubicBezTo>
                  <a:cubicBezTo>
                    <a:pt x="451" y="439"/>
                    <a:pt x="448" y="452"/>
                    <a:pt x="448" y="468"/>
                  </a:cubicBezTo>
                  <a:cubicBezTo>
                    <a:pt x="449" y="476"/>
                    <a:pt x="449" y="476"/>
                    <a:pt x="449" y="476"/>
                  </a:cubicBezTo>
                  <a:cubicBezTo>
                    <a:pt x="452" y="483"/>
                    <a:pt x="452" y="483"/>
                    <a:pt x="452" y="483"/>
                  </a:cubicBezTo>
                  <a:cubicBezTo>
                    <a:pt x="455" y="488"/>
                    <a:pt x="458" y="493"/>
                    <a:pt x="462" y="497"/>
                  </a:cubicBezTo>
                  <a:cubicBezTo>
                    <a:pt x="461" y="501"/>
                    <a:pt x="461" y="505"/>
                    <a:pt x="462" y="509"/>
                  </a:cubicBezTo>
                  <a:cubicBezTo>
                    <a:pt x="455" y="524"/>
                    <a:pt x="459" y="539"/>
                    <a:pt x="461" y="547"/>
                  </a:cubicBezTo>
                  <a:cubicBezTo>
                    <a:pt x="461" y="549"/>
                    <a:pt x="462" y="552"/>
                    <a:pt x="462" y="553"/>
                  </a:cubicBezTo>
                  <a:cubicBezTo>
                    <a:pt x="462" y="556"/>
                    <a:pt x="462" y="556"/>
                    <a:pt x="462" y="556"/>
                  </a:cubicBezTo>
                  <a:cubicBezTo>
                    <a:pt x="462" y="561"/>
                    <a:pt x="462" y="561"/>
                    <a:pt x="462" y="561"/>
                  </a:cubicBezTo>
                  <a:cubicBezTo>
                    <a:pt x="459" y="561"/>
                    <a:pt x="456" y="562"/>
                    <a:pt x="454" y="563"/>
                  </a:cubicBezTo>
                  <a:cubicBezTo>
                    <a:pt x="428" y="573"/>
                    <a:pt x="428" y="573"/>
                    <a:pt x="428" y="573"/>
                  </a:cubicBezTo>
                  <a:cubicBezTo>
                    <a:pt x="428" y="601"/>
                    <a:pt x="428" y="601"/>
                    <a:pt x="428" y="601"/>
                  </a:cubicBezTo>
                  <a:cubicBezTo>
                    <a:pt x="428" y="611"/>
                    <a:pt x="424" y="622"/>
                    <a:pt x="419" y="634"/>
                  </a:cubicBezTo>
                  <a:cubicBezTo>
                    <a:pt x="416" y="644"/>
                    <a:pt x="412" y="653"/>
                    <a:pt x="409" y="665"/>
                  </a:cubicBezTo>
                  <a:cubicBezTo>
                    <a:pt x="406" y="675"/>
                    <a:pt x="407" y="685"/>
                    <a:pt x="408" y="693"/>
                  </a:cubicBezTo>
                  <a:cubicBezTo>
                    <a:pt x="408" y="694"/>
                    <a:pt x="408" y="696"/>
                    <a:pt x="409" y="697"/>
                  </a:cubicBezTo>
                  <a:cubicBezTo>
                    <a:pt x="404" y="702"/>
                    <a:pt x="398" y="711"/>
                    <a:pt x="395" y="725"/>
                  </a:cubicBezTo>
                  <a:cubicBezTo>
                    <a:pt x="383" y="734"/>
                    <a:pt x="383" y="734"/>
                    <a:pt x="383" y="734"/>
                  </a:cubicBezTo>
                  <a:cubicBezTo>
                    <a:pt x="381" y="751"/>
                    <a:pt x="381" y="751"/>
                    <a:pt x="381" y="751"/>
                  </a:cubicBezTo>
                  <a:cubicBezTo>
                    <a:pt x="378" y="781"/>
                    <a:pt x="364" y="808"/>
                    <a:pt x="350" y="836"/>
                  </a:cubicBezTo>
                  <a:cubicBezTo>
                    <a:pt x="332" y="870"/>
                    <a:pt x="315" y="906"/>
                    <a:pt x="313" y="948"/>
                  </a:cubicBezTo>
                  <a:cubicBezTo>
                    <a:pt x="296" y="968"/>
                    <a:pt x="288" y="994"/>
                    <a:pt x="281" y="1017"/>
                  </a:cubicBezTo>
                  <a:cubicBezTo>
                    <a:pt x="276" y="1034"/>
                    <a:pt x="270" y="1051"/>
                    <a:pt x="263" y="1059"/>
                  </a:cubicBezTo>
                  <a:cubicBezTo>
                    <a:pt x="256" y="1066"/>
                    <a:pt x="256" y="1066"/>
                    <a:pt x="256" y="1066"/>
                  </a:cubicBezTo>
                  <a:cubicBezTo>
                    <a:pt x="254" y="1076"/>
                    <a:pt x="254" y="1076"/>
                    <a:pt x="254" y="1076"/>
                  </a:cubicBezTo>
                  <a:cubicBezTo>
                    <a:pt x="252" y="1083"/>
                    <a:pt x="252" y="1090"/>
                    <a:pt x="252" y="1097"/>
                  </a:cubicBezTo>
                  <a:cubicBezTo>
                    <a:pt x="247" y="1101"/>
                    <a:pt x="243" y="1106"/>
                    <a:pt x="241" y="1109"/>
                  </a:cubicBezTo>
                  <a:cubicBezTo>
                    <a:pt x="232" y="1112"/>
                    <a:pt x="232" y="1112"/>
                    <a:pt x="232" y="1112"/>
                  </a:cubicBezTo>
                  <a:cubicBezTo>
                    <a:pt x="232" y="1112"/>
                    <a:pt x="224" y="1128"/>
                    <a:pt x="224" y="1128"/>
                  </a:cubicBezTo>
                  <a:cubicBezTo>
                    <a:pt x="190" y="1068"/>
                    <a:pt x="190" y="1068"/>
                    <a:pt x="190" y="1068"/>
                  </a:cubicBezTo>
                  <a:cubicBezTo>
                    <a:pt x="179" y="1196"/>
                    <a:pt x="179" y="1196"/>
                    <a:pt x="179" y="1196"/>
                  </a:cubicBezTo>
                  <a:cubicBezTo>
                    <a:pt x="178" y="1206"/>
                    <a:pt x="171" y="1217"/>
                    <a:pt x="164" y="1230"/>
                  </a:cubicBezTo>
                  <a:cubicBezTo>
                    <a:pt x="148" y="1255"/>
                    <a:pt x="127" y="1288"/>
                    <a:pt x="140" y="1336"/>
                  </a:cubicBezTo>
                  <a:cubicBezTo>
                    <a:pt x="120" y="1371"/>
                    <a:pt x="108" y="1431"/>
                    <a:pt x="128" y="1483"/>
                  </a:cubicBezTo>
                  <a:cubicBezTo>
                    <a:pt x="129" y="1488"/>
                    <a:pt x="129" y="1488"/>
                    <a:pt x="129" y="1488"/>
                  </a:cubicBezTo>
                  <a:cubicBezTo>
                    <a:pt x="120" y="1515"/>
                    <a:pt x="121" y="1543"/>
                    <a:pt x="123" y="1567"/>
                  </a:cubicBezTo>
                  <a:cubicBezTo>
                    <a:pt x="123" y="1584"/>
                    <a:pt x="124" y="1601"/>
                    <a:pt x="121" y="1610"/>
                  </a:cubicBezTo>
                  <a:cubicBezTo>
                    <a:pt x="120" y="1613"/>
                    <a:pt x="116" y="1617"/>
                    <a:pt x="112" y="1621"/>
                  </a:cubicBezTo>
                  <a:cubicBezTo>
                    <a:pt x="104" y="1630"/>
                    <a:pt x="93" y="1641"/>
                    <a:pt x="87" y="1657"/>
                  </a:cubicBezTo>
                  <a:cubicBezTo>
                    <a:pt x="82" y="1672"/>
                    <a:pt x="83" y="1686"/>
                    <a:pt x="84" y="1697"/>
                  </a:cubicBezTo>
                  <a:cubicBezTo>
                    <a:pt x="78" y="1703"/>
                    <a:pt x="71" y="1711"/>
                    <a:pt x="67" y="1722"/>
                  </a:cubicBezTo>
                  <a:cubicBezTo>
                    <a:pt x="24" y="1749"/>
                    <a:pt x="0" y="1798"/>
                    <a:pt x="4" y="1850"/>
                  </a:cubicBezTo>
                  <a:cubicBezTo>
                    <a:pt x="6" y="1872"/>
                    <a:pt x="19" y="1889"/>
                    <a:pt x="28" y="1902"/>
                  </a:cubicBezTo>
                  <a:cubicBezTo>
                    <a:pt x="30" y="1904"/>
                    <a:pt x="34" y="1909"/>
                    <a:pt x="35" y="1911"/>
                  </a:cubicBezTo>
                  <a:cubicBezTo>
                    <a:pt x="47" y="1936"/>
                    <a:pt x="56" y="1962"/>
                    <a:pt x="58" y="1979"/>
                  </a:cubicBezTo>
                  <a:cubicBezTo>
                    <a:pt x="61" y="2001"/>
                    <a:pt x="56" y="2009"/>
                    <a:pt x="49" y="2023"/>
                  </a:cubicBezTo>
                  <a:cubicBezTo>
                    <a:pt x="43" y="2034"/>
                    <a:pt x="35" y="2048"/>
                    <a:pt x="31" y="2068"/>
                  </a:cubicBezTo>
                  <a:cubicBezTo>
                    <a:pt x="29" y="2082"/>
                    <a:pt x="32" y="2094"/>
                    <a:pt x="35" y="2104"/>
                  </a:cubicBezTo>
                  <a:cubicBezTo>
                    <a:pt x="36" y="2110"/>
                    <a:pt x="38" y="2116"/>
                    <a:pt x="37" y="2121"/>
                  </a:cubicBezTo>
                  <a:cubicBezTo>
                    <a:pt x="37" y="2125"/>
                    <a:pt x="34" y="2131"/>
                    <a:pt x="32" y="2137"/>
                  </a:cubicBezTo>
                  <a:cubicBezTo>
                    <a:pt x="28" y="2148"/>
                    <a:pt x="22" y="2160"/>
                    <a:pt x="24" y="2176"/>
                  </a:cubicBezTo>
                  <a:cubicBezTo>
                    <a:pt x="28" y="2197"/>
                    <a:pt x="40" y="2215"/>
                    <a:pt x="50" y="2230"/>
                  </a:cubicBezTo>
                  <a:cubicBezTo>
                    <a:pt x="53" y="2234"/>
                    <a:pt x="55" y="2237"/>
                    <a:pt x="58" y="2241"/>
                  </a:cubicBezTo>
                  <a:cubicBezTo>
                    <a:pt x="57" y="2247"/>
                    <a:pt x="57" y="2254"/>
                    <a:pt x="59" y="2262"/>
                  </a:cubicBezTo>
                  <a:cubicBezTo>
                    <a:pt x="65" y="2280"/>
                    <a:pt x="86" y="2308"/>
                    <a:pt x="86" y="2308"/>
                  </a:cubicBezTo>
                  <a:cubicBezTo>
                    <a:pt x="89" y="2312"/>
                    <a:pt x="93" y="2316"/>
                    <a:pt x="97" y="2319"/>
                  </a:cubicBezTo>
                  <a:cubicBezTo>
                    <a:pt x="100" y="2328"/>
                    <a:pt x="103" y="2338"/>
                    <a:pt x="105" y="2348"/>
                  </a:cubicBezTo>
                  <a:cubicBezTo>
                    <a:pt x="103" y="2352"/>
                    <a:pt x="103" y="2352"/>
                    <a:pt x="103" y="2352"/>
                  </a:cubicBezTo>
                  <a:cubicBezTo>
                    <a:pt x="80" y="2393"/>
                    <a:pt x="112" y="2423"/>
                    <a:pt x="122" y="2433"/>
                  </a:cubicBezTo>
                  <a:cubicBezTo>
                    <a:pt x="124" y="2434"/>
                    <a:pt x="126" y="2436"/>
                    <a:pt x="127" y="2438"/>
                  </a:cubicBezTo>
                  <a:cubicBezTo>
                    <a:pt x="141" y="2453"/>
                    <a:pt x="152" y="2466"/>
                    <a:pt x="163" y="2475"/>
                  </a:cubicBezTo>
                  <a:cubicBezTo>
                    <a:pt x="160" y="2481"/>
                    <a:pt x="157" y="2486"/>
                    <a:pt x="155" y="2493"/>
                  </a:cubicBezTo>
                  <a:cubicBezTo>
                    <a:pt x="133" y="2514"/>
                    <a:pt x="145" y="2546"/>
                    <a:pt x="149" y="2559"/>
                  </a:cubicBezTo>
                  <a:cubicBezTo>
                    <a:pt x="150" y="2560"/>
                    <a:pt x="150" y="2561"/>
                    <a:pt x="150" y="2562"/>
                  </a:cubicBezTo>
                  <a:cubicBezTo>
                    <a:pt x="144" y="2571"/>
                    <a:pt x="135" y="2586"/>
                    <a:pt x="139" y="2608"/>
                  </a:cubicBezTo>
                  <a:cubicBezTo>
                    <a:pt x="144" y="2633"/>
                    <a:pt x="156" y="2650"/>
                    <a:pt x="165" y="2662"/>
                  </a:cubicBezTo>
                  <a:cubicBezTo>
                    <a:pt x="170" y="2668"/>
                    <a:pt x="173" y="2673"/>
                    <a:pt x="175" y="2677"/>
                  </a:cubicBezTo>
                  <a:cubicBezTo>
                    <a:pt x="180" y="2687"/>
                    <a:pt x="191" y="2704"/>
                    <a:pt x="219" y="2707"/>
                  </a:cubicBezTo>
                  <a:cubicBezTo>
                    <a:pt x="219" y="2708"/>
                    <a:pt x="219" y="2709"/>
                    <a:pt x="219" y="2711"/>
                  </a:cubicBezTo>
                  <a:cubicBezTo>
                    <a:pt x="218" y="2712"/>
                    <a:pt x="217" y="2713"/>
                    <a:pt x="215" y="2715"/>
                  </a:cubicBezTo>
                  <a:cubicBezTo>
                    <a:pt x="187" y="2710"/>
                    <a:pt x="187" y="2710"/>
                    <a:pt x="187" y="2710"/>
                  </a:cubicBezTo>
                  <a:cubicBezTo>
                    <a:pt x="180" y="2748"/>
                    <a:pt x="180" y="2748"/>
                    <a:pt x="180" y="2748"/>
                  </a:cubicBezTo>
                  <a:cubicBezTo>
                    <a:pt x="167" y="2813"/>
                    <a:pt x="184" y="2842"/>
                    <a:pt x="200" y="2870"/>
                  </a:cubicBezTo>
                  <a:cubicBezTo>
                    <a:pt x="202" y="2873"/>
                    <a:pt x="202" y="2873"/>
                    <a:pt x="202" y="2873"/>
                  </a:cubicBezTo>
                  <a:cubicBezTo>
                    <a:pt x="202" y="2873"/>
                    <a:pt x="202" y="2873"/>
                    <a:pt x="202" y="2873"/>
                  </a:cubicBezTo>
                  <a:cubicBezTo>
                    <a:pt x="203" y="2879"/>
                    <a:pt x="204" y="2890"/>
                    <a:pt x="210" y="2901"/>
                  </a:cubicBezTo>
                  <a:cubicBezTo>
                    <a:pt x="215" y="2913"/>
                    <a:pt x="224" y="2920"/>
                    <a:pt x="231" y="2925"/>
                  </a:cubicBezTo>
                  <a:cubicBezTo>
                    <a:pt x="232" y="2930"/>
                    <a:pt x="232" y="2935"/>
                    <a:pt x="233" y="2941"/>
                  </a:cubicBezTo>
                  <a:cubicBezTo>
                    <a:pt x="234" y="2954"/>
                    <a:pt x="235" y="2970"/>
                    <a:pt x="243" y="2987"/>
                  </a:cubicBezTo>
                  <a:cubicBezTo>
                    <a:pt x="248" y="2999"/>
                    <a:pt x="257" y="3008"/>
                    <a:pt x="265" y="3016"/>
                  </a:cubicBezTo>
                  <a:cubicBezTo>
                    <a:pt x="266" y="3024"/>
                    <a:pt x="268" y="3033"/>
                    <a:pt x="273" y="3040"/>
                  </a:cubicBezTo>
                  <a:cubicBezTo>
                    <a:pt x="279" y="3050"/>
                    <a:pt x="287" y="3057"/>
                    <a:pt x="293" y="3063"/>
                  </a:cubicBezTo>
                  <a:cubicBezTo>
                    <a:pt x="294" y="3065"/>
                    <a:pt x="296" y="3066"/>
                    <a:pt x="297" y="3068"/>
                  </a:cubicBezTo>
                  <a:cubicBezTo>
                    <a:pt x="294" y="3073"/>
                    <a:pt x="290" y="3081"/>
                    <a:pt x="288" y="3090"/>
                  </a:cubicBezTo>
                  <a:cubicBezTo>
                    <a:pt x="283" y="3111"/>
                    <a:pt x="283" y="3111"/>
                    <a:pt x="283" y="3111"/>
                  </a:cubicBezTo>
                  <a:cubicBezTo>
                    <a:pt x="298" y="3127"/>
                    <a:pt x="298" y="3127"/>
                    <a:pt x="298" y="3127"/>
                  </a:cubicBezTo>
                  <a:cubicBezTo>
                    <a:pt x="305" y="3135"/>
                    <a:pt x="314" y="3140"/>
                    <a:pt x="321" y="3144"/>
                  </a:cubicBezTo>
                  <a:cubicBezTo>
                    <a:pt x="316" y="3159"/>
                    <a:pt x="314" y="3174"/>
                    <a:pt x="311" y="3190"/>
                  </a:cubicBezTo>
                  <a:cubicBezTo>
                    <a:pt x="309" y="3206"/>
                    <a:pt x="306" y="3224"/>
                    <a:pt x="301" y="3231"/>
                  </a:cubicBezTo>
                  <a:cubicBezTo>
                    <a:pt x="256" y="3294"/>
                    <a:pt x="256" y="3294"/>
                    <a:pt x="256" y="3294"/>
                  </a:cubicBezTo>
                  <a:cubicBezTo>
                    <a:pt x="325" y="3294"/>
                    <a:pt x="325" y="3294"/>
                    <a:pt x="325" y="3294"/>
                  </a:cubicBezTo>
                  <a:cubicBezTo>
                    <a:pt x="325" y="3294"/>
                    <a:pt x="325" y="3295"/>
                    <a:pt x="325" y="3295"/>
                  </a:cubicBezTo>
                  <a:cubicBezTo>
                    <a:pt x="332" y="3306"/>
                    <a:pt x="344" y="3325"/>
                    <a:pt x="369" y="3327"/>
                  </a:cubicBezTo>
                  <a:cubicBezTo>
                    <a:pt x="379" y="3329"/>
                    <a:pt x="379" y="3329"/>
                    <a:pt x="379" y="3329"/>
                  </a:cubicBezTo>
                  <a:cubicBezTo>
                    <a:pt x="401" y="3331"/>
                    <a:pt x="428" y="3334"/>
                    <a:pt x="435" y="3344"/>
                  </a:cubicBezTo>
                  <a:cubicBezTo>
                    <a:pt x="447" y="3362"/>
                    <a:pt x="447" y="3362"/>
                    <a:pt x="447" y="3362"/>
                  </a:cubicBezTo>
                  <a:cubicBezTo>
                    <a:pt x="469" y="3361"/>
                    <a:pt x="469" y="3361"/>
                    <a:pt x="469" y="3361"/>
                  </a:cubicBezTo>
                  <a:cubicBezTo>
                    <a:pt x="472" y="3361"/>
                    <a:pt x="472" y="3361"/>
                    <a:pt x="472" y="3361"/>
                  </a:cubicBezTo>
                  <a:cubicBezTo>
                    <a:pt x="494" y="3361"/>
                    <a:pt x="507" y="3370"/>
                    <a:pt x="520" y="3394"/>
                  </a:cubicBezTo>
                  <a:cubicBezTo>
                    <a:pt x="521" y="3395"/>
                    <a:pt x="521" y="3398"/>
                    <a:pt x="522" y="3400"/>
                  </a:cubicBezTo>
                  <a:cubicBezTo>
                    <a:pt x="524" y="3409"/>
                    <a:pt x="528" y="3424"/>
                    <a:pt x="540" y="3437"/>
                  </a:cubicBezTo>
                  <a:cubicBezTo>
                    <a:pt x="572" y="3470"/>
                    <a:pt x="605" y="3478"/>
                    <a:pt x="640" y="3486"/>
                  </a:cubicBezTo>
                  <a:cubicBezTo>
                    <a:pt x="643" y="3487"/>
                    <a:pt x="646" y="3488"/>
                    <a:pt x="649" y="3488"/>
                  </a:cubicBezTo>
                  <a:cubicBezTo>
                    <a:pt x="651" y="3500"/>
                    <a:pt x="652" y="3512"/>
                    <a:pt x="651" y="3526"/>
                  </a:cubicBezTo>
                  <a:cubicBezTo>
                    <a:pt x="644" y="3590"/>
                    <a:pt x="644" y="3590"/>
                    <a:pt x="644" y="3590"/>
                  </a:cubicBezTo>
                  <a:cubicBezTo>
                    <a:pt x="704" y="3568"/>
                    <a:pt x="704" y="3568"/>
                    <a:pt x="704" y="3568"/>
                  </a:cubicBezTo>
                  <a:cubicBezTo>
                    <a:pt x="708" y="3566"/>
                    <a:pt x="710" y="3566"/>
                    <a:pt x="711" y="3565"/>
                  </a:cubicBezTo>
                  <a:cubicBezTo>
                    <a:pt x="726" y="3588"/>
                    <a:pt x="743" y="3607"/>
                    <a:pt x="759" y="3625"/>
                  </a:cubicBezTo>
                  <a:cubicBezTo>
                    <a:pt x="786" y="3655"/>
                    <a:pt x="808" y="3679"/>
                    <a:pt x="812" y="3717"/>
                  </a:cubicBezTo>
                  <a:cubicBezTo>
                    <a:pt x="814" y="3728"/>
                    <a:pt x="811" y="3742"/>
                    <a:pt x="809" y="3755"/>
                  </a:cubicBezTo>
                  <a:cubicBezTo>
                    <a:pt x="806" y="3770"/>
                    <a:pt x="804" y="3783"/>
                    <a:pt x="806" y="3797"/>
                  </a:cubicBezTo>
                  <a:cubicBezTo>
                    <a:pt x="806" y="3803"/>
                    <a:pt x="808" y="3814"/>
                    <a:pt x="817" y="3824"/>
                  </a:cubicBezTo>
                  <a:cubicBezTo>
                    <a:pt x="814" y="3844"/>
                    <a:pt x="822" y="3857"/>
                    <a:pt x="827" y="3864"/>
                  </a:cubicBezTo>
                  <a:cubicBezTo>
                    <a:pt x="837" y="3878"/>
                    <a:pt x="837" y="3878"/>
                    <a:pt x="837" y="3878"/>
                  </a:cubicBezTo>
                  <a:cubicBezTo>
                    <a:pt x="855" y="3880"/>
                    <a:pt x="855" y="3880"/>
                    <a:pt x="855" y="3880"/>
                  </a:cubicBezTo>
                  <a:cubicBezTo>
                    <a:pt x="931" y="3887"/>
                    <a:pt x="1014" y="3895"/>
                    <a:pt x="1094" y="3903"/>
                  </a:cubicBezTo>
                  <a:cubicBezTo>
                    <a:pt x="1096" y="3904"/>
                    <a:pt x="1096" y="3904"/>
                    <a:pt x="1096" y="3904"/>
                  </a:cubicBezTo>
                  <a:cubicBezTo>
                    <a:pt x="1147" y="3909"/>
                    <a:pt x="1197" y="3914"/>
                    <a:pt x="1244" y="3919"/>
                  </a:cubicBezTo>
                  <a:cubicBezTo>
                    <a:pt x="1244" y="3920"/>
                    <a:pt x="1244" y="3921"/>
                    <a:pt x="1243" y="3923"/>
                  </a:cubicBezTo>
                  <a:cubicBezTo>
                    <a:pt x="1241" y="3943"/>
                    <a:pt x="1241" y="3943"/>
                    <a:pt x="1241" y="3943"/>
                  </a:cubicBezTo>
                  <a:cubicBezTo>
                    <a:pt x="1256" y="3957"/>
                    <a:pt x="1256" y="3957"/>
                    <a:pt x="1256" y="3957"/>
                  </a:cubicBezTo>
                  <a:cubicBezTo>
                    <a:pt x="1273" y="3973"/>
                    <a:pt x="1291" y="3981"/>
                    <a:pt x="1308" y="3988"/>
                  </a:cubicBezTo>
                  <a:cubicBezTo>
                    <a:pt x="1314" y="3991"/>
                    <a:pt x="1319" y="3994"/>
                    <a:pt x="1324" y="3996"/>
                  </a:cubicBezTo>
                  <a:cubicBezTo>
                    <a:pt x="1327" y="3998"/>
                    <a:pt x="1335" y="4004"/>
                    <a:pt x="1340" y="4007"/>
                  </a:cubicBezTo>
                  <a:cubicBezTo>
                    <a:pt x="1352" y="4015"/>
                    <a:pt x="1361" y="4022"/>
                    <a:pt x="1369" y="4026"/>
                  </a:cubicBezTo>
                  <a:cubicBezTo>
                    <a:pt x="1376" y="4034"/>
                    <a:pt x="1385" y="4038"/>
                    <a:pt x="1395" y="4040"/>
                  </a:cubicBezTo>
                  <a:cubicBezTo>
                    <a:pt x="1418" y="4056"/>
                    <a:pt x="1445" y="4071"/>
                    <a:pt x="1465" y="4082"/>
                  </a:cubicBezTo>
                  <a:cubicBezTo>
                    <a:pt x="1465" y="4082"/>
                    <a:pt x="1475" y="4088"/>
                    <a:pt x="1479" y="4090"/>
                  </a:cubicBezTo>
                  <a:cubicBezTo>
                    <a:pt x="1487" y="4095"/>
                    <a:pt x="1495" y="4097"/>
                    <a:pt x="1500" y="4098"/>
                  </a:cubicBezTo>
                  <a:cubicBezTo>
                    <a:pt x="1501" y="4099"/>
                    <a:pt x="1504" y="4102"/>
                    <a:pt x="1506" y="4103"/>
                  </a:cubicBezTo>
                  <a:cubicBezTo>
                    <a:pt x="1513" y="4111"/>
                    <a:pt x="1523" y="4121"/>
                    <a:pt x="1538" y="4126"/>
                  </a:cubicBezTo>
                  <a:cubicBezTo>
                    <a:pt x="1542" y="4128"/>
                    <a:pt x="1546" y="4129"/>
                    <a:pt x="1550" y="4130"/>
                  </a:cubicBezTo>
                  <a:cubicBezTo>
                    <a:pt x="1559" y="4141"/>
                    <a:pt x="1572" y="4147"/>
                    <a:pt x="1587" y="4148"/>
                  </a:cubicBezTo>
                  <a:cubicBezTo>
                    <a:pt x="1591" y="4151"/>
                    <a:pt x="1596" y="4153"/>
                    <a:pt x="1601" y="4154"/>
                  </a:cubicBezTo>
                  <a:cubicBezTo>
                    <a:pt x="1622" y="4172"/>
                    <a:pt x="1643" y="4184"/>
                    <a:pt x="1665" y="4197"/>
                  </a:cubicBezTo>
                  <a:cubicBezTo>
                    <a:pt x="1669" y="4199"/>
                    <a:pt x="1669" y="4199"/>
                    <a:pt x="1669" y="4199"/>
                  </a:cubicBezTo>
                  <a:cubicBezTo>
                    <a:pt x="1694" y="4213"/>
                    <a:pt x="1723" y="4230"/>
                    <a:pt x="1753" y="4242"/>
                  </a:cubicBezTo>
                  <a:cubicBezTo>
                    <a:pt x="1755" y="4247"/>
                    <a:pt x="1758" y="4250"/>
                    <a:pt x="1759" y="4252"/>
                  </a:cubicBezTo>
                  <a:cubicBezTo>
                    <a:pt x="1768" y="4261"/>
                    <a:pt x="1780" y="4266"/>
                    <a:pt x="1800" y="4273"/>
                  </a:cubicBezTo>
                  <a:cubicBezTo>
                    <a:pt x="1807" y="4276"/>
                    <a:pt x="1814" y="4278"/>
                    <a:pt x="1818" y="4280"/>
                  </a:cubicBezTo>
                  <a:cubicBezTo>
                    <a:pt x="1820" y="4281"/>
                    <a:pt x="1823" y="4284"/>
                    <a:pt x="1826" y="4286"/>
                  </a:cubicBezTo>
                  <a:cubicBezTo>
                    <a:pt x="1833" y="4290"/>
                    <a:pt x="1841" y="4296"/>
                    <a:pt x="1851" y="4300"/>
                  </a:cubicBezTo>
                  <a:cubicBezTo>
                    <a:pt x="1862" y="4314"/>
                    <a:pt x="1880" y="4321"/>
                    <a:pt x="1893" y="4324"/>
                  </a:cubicBezTo>
                  <a:cubicBezTo>
                    <a:pt x="1898" y="4331"/>
                    <a:pt x="1904" y="4337"/>
                    <a:pt x="1912" y="4341"/>
                  </a:cubicBezTo>
                  <a:cubicBezTo>
                    <a:pt x="1919" y="4344"/>
                    <a:pt x="1919" y="4344"/>
                    <a:pt x="1919" y="4344"/>
                  </a:cubicBezTo>
                  <a:cubicBezTo>
                    <a:pt x="1926" y="4345"/>
                    <a:pt x="1926" y="4345"/>
                    <a:pt x="1926" y="4345"/>
                  </a:cubicBezTo>
                  <a:cubicBezTo>
                    <a:pt x="1996" y="4350"/>
                    <a:pt x="2063" y="4360"/>
                    <a:pt x="2128" y="4370"/>
                  </a:cubicBezTo>
                  <a:cubicBezTo>
                    <a:pt x="2182" y="4378"/>
                    <a:pt x="2238" y="4386"/>
                    <a:pt x="2296" y="4392"/>
                  </a:cubicBezTo>
                  <a:cubicBezTo>
                    <a:pt x="2315" y="4394"/>
                    <a:pt x="2315" y="4394"/>
                    <a:pt x="2315" y="4394"/>
                  </a:cubicBezTo>
                  <a:cubicBezTo>
                    <a:pt x="2338" y="4399"/>
                    <a:pt x="2363" y="4402"/>
                    <a:pt x="2388" y="4404"/>
                  </a:cubicBezTo>
                  <a:cubicBezTo>
                    <a:pt x="2409" y="4406"/>
                    <a:pt x="2429" y="4407"/>
                    <a:pt x="2446" y="4411"/>
                  </a:cubicBezTo>
                  <a:cubicBezTo>
                    <a:pt x="2473" y="4417"/>
                    <a:pt x="2473" y="4417"/>
                    <a:pt x="2473" y="4417"/>
                  </a:cubicBezTo>
                  <a:cubicBezTo>
                    <a:pt x="2488" y="4394"/>
                    <a:pt x="2488" y="4394"/>
                    <a:pt x="2488" y="4394"/>
                  </a:cubicBezTo>
                  <a:cubicBezTo>
                    <a:pt x="2502" y="4374"/>
                    <a:pt x="2504" y="4351"/>
                    <a:pt x="2507" y="4328"/>
                  </a:cubicBezTo>
                  <a:cubicBezTo>
                    <a:pt x="2507" y="4324"/>
                    <a:pt x="2508" y="4320"/>
                    <a:pt x="2508" y="4316"/>
                  </a:cubicBezTo>
                  <a:cubicBezTo>
                    <a:pt x="2557" y="4323"/>
                    <a:pt x="2609" y="4328"/>
                    <a:pt x="2658" y="4333"/>
                  </a:cubicBezTo>
                  <a:cubicBezTo>
                    <a:pt x="2694" y="4336"/>
                    <a:pt x="2731" y="4340"/>
                    <a:pt x="2767" y="4344"/>
                  </a:cubicBezTo>
                  <a:cubicBezTo>
                    <a:pt x="2773" y="4345"/>
                    <a:pt x="2773" y="4345"/>
                    <a:pt x="2773" y="4345"/>
                  </a:cubicBezTo>
                  <a:cubicBezTo>
                    <a:pt x="2777" y="4344"/>
                    <a:pt x="2777" y="4344"/>
                    <a:pt x="2777" y="4344"/>
                  </a:cubicBezTo>
                  <a:cubicBezTo>
                    <a:pt x="2780" y="4347"/>
                    <a:pt x="2783" y="4349"/>
                    <a:pt x="2786" y="4351"/>
                  </a:cubicBezTo>
                  <a:cubicBezTo>
                    <a:pt x="2789" y="4353"/>
                    <a:pt x="2792" y="4355"/>
                    <a:pt x="2795" y="4357"/>
                  </a:cubicBezTo>
                  <a:cubicBezTo>
                    <a:pt x="2797" y="4366"/>
                    <a:pt x="2800" y="4373"/>
                    <a:pt x="2802" y="4378"/>
                  </a:cubicBezTo>
                  <a:cubicBezTo>
                    <a:pt x="2805" y="4384"/>
                    <a:pt x="2806" y="4386"/>
                    <a:pt x="2806" y="4388"/>
                  </a:cubicBezTo>
                  <a:cubicBezTo>
                    <a:pt x="2807" y="4413"/>
                    <a:pt x="2807" y="4413"/>
                    <a:pt x="2807" y="4413"/>
                  </a:cubicBezTo>
                  <a:cubicBezTo>
                    <a:pt x="2831" y="4423"/>
                    <a:pt x="2831" y="4423"/>
                    <a:pt x="2831" y="4423"/>
                  </a:cubicBezTo>
                  <a:cubicBezTo>
                    <a:pt x="2859" y="4434"/>
                    <a:pt x="2873" y="4452"/>
                    <a:pt x="2894" y="4479"/>
                  </a:cubicBezTo>
                  <a:cubicBezTo>
                    <a:pt x="2899" y="4486"/>
                    <a:pt x="2904" y="4492"/>
                    <a:pt x="2909" y="4498"/>
                  </a:cubicBezTo>
                  <a:cubicBezTo>
                    <a:pt x="2915" y="4506"/>
                    <a:pt x="2921" y="4511"/>
                    <a:pt x="2926" y="4516"/>
                  </a:cubicBezTo>
                  <a:cubicBezTo>
                    <a:pt x="2930" y="4519"/>
                    <a:pt x="2933" y="4521"/>
                    <a:pt x="2934" y="4524"/>
                  </a:cubicBezTo>
                  <a:cubicBezTo>
                    <a:pt x="2936" y="4525"/>
                    <a:pt x="2938" y="4530"/>
                    <a:pt x="2939" y="4533"/>
                  </a:cubicBezTo>
                  <a:cubicBezTo>
                    <a:pt x="2944" y="4542"/>
                    <a:pt x="2950" y="4553"/>
                    <a:pt x="2960" y="4563"/>
                  </a:cubicBezTo>
                  <a:cubicBezTo>
                    <a:pt x="2972" y="4575"/>
                    <a:pt x="2988" y="4581"/>
                    <a:pt x="2998" y="4584"/>
                  </a:cubicBezTo>
                  <a:cubicBezTo>
                    <a:pt x="3000" y="4585"/>
                    <a:pt x="3003" y="4586"/>
                    <a:pt x="3005" y="4587"/>
                  </a:cubicBezTo>
                  <a:cubicBezTo>
                    <a:pt x="3011" y="4592"/>
                    <a:pt x="3018" y="4599"/>
                    <a:pt x="3025" y="4607"/>
                  </a:cubicBezTo>
                  <a:cubicBezTo>
                    <a:pt x="3027" y="4610"/>
                    <a:pt x="3030" y="4612"/>
                    <a:pt x="3032" y="4615"/>
                  </a:cubicBezTo>
                  <a:cubicBezTo>
                    <a:pt x="3035" y="4619"/>
                    <a:pt x="3039" y="4622"/>
                    <a:pt x="3042" y="4626"/>
                  </a:cubicBezTo>
                  <a:cubicBezTo>
                    <a:pt x="3041" y="4634"/>
                    <a:pt x="3040" y="4644"/>
                    <a:pt x="3044" y="4656"/>
                  </a:cubicBezTo>
                  <a:cubicBezTo>
                    <a:pt x="3047" y="4665"/>
                    <a:pt x="3053" y="4672"/>
                    <a:pt x="3062" y="4677"/>
                  </a:cubicBezTo>
                  <a:cubicBezTo>
                    <a:pt x="3063" y="4680"/>
                    <a:pt x="3064" y="4683"/>
                    <a:pt x="3065" y="4686"/>
                  </a:cubicBezTo>
                  <a:cubicBezTo>
                    <a:pt x="3072" y="4700"/>
                    <a:pt x="3071" y="4705"/>
                    <a:pt x="3069" y="4713"/>
                  </a:cubicBezTo>
                  <a:cubicBezTo>
                    <a:pt x="3059" y="4758"/>
                    <a:pt x="3078" y="4789"/>
                    <a:pt x="3091" y="4809"/>
                  </a:cubicBezTo>
                  <a:cubicBezTo>
                    <a:pt x="3098" y="4820"/>
                    <a:pt x="3102" y="4826"/>
                    <a:pt x="3102" y="4831"/>
                  </a:cubicBezTo>
                  <a:cubicBezTo>
                    <a:pt x="3103" y="4865"/>
                    <a:pt x="3103" y="4865"/>
                    <a:pt x="3103" y="4865"/>
                  </a:cubicBezTo>
                  <a:cubicBezTo>
                    <a:pt x="3136" y="4870"/>
                    <a:pt x="3136" y="4870"/>
                    <a:pt x="3136" y="4870"/>
                  </a:cubicBezTo>
                  <a:cubicBezTo>
                    <a:pt x="3144" y="4871"/>
                    <a:pt x="3151" y="4879"/>
                    <a:pt x="3165" y="4895"/>
                  </a:cubicBezTo>
                  <a:cubicBezTo>
                    <a:pt x="3174" y="4907"/>
                    <a:pt x="3185" y="4920"/>
                    <a:pt x="3200" y="4930"/>
                  </a:cubicBezTo>
                  <a:cubicBezTo>
                    <a:pt x="3215" y="4941"/>
                    <a:pt x="3231" y="4943"/>
                    <a:pt x="3242" y="4945"/>
                  </a:cubicBezTo>
                  <a:cubicBezTo>
                    <a:pt x="3244" y="4945"/>
                    <a:pt x="3246" y="4945"/>
                    <a:pt x="3248" y="4946"/>
                  </a:cubicBezTo>
                  <a:cubicBezTo>
                    <a:pt x="3253" y="4951"/>
                    <a:pt x="3259" y="4958"/>
                    <a:pt x="3267" y="4964"/>
                  </a:cubicBezTo>
                  <a:cubicBezTo>
                    <a:pt x="3272" y="4967"/>
                    <a:pt x="3277" y="4971"/>
                    <a:pt x="3281" y="4974"/>
                  </a:cubicBezTo>
                  <a:cubicBezTo>
                    <a:pt x="3282" y="4975"/>
                    <a:pt x="3282" y="4975"/>
                    <a:pt x="3282" y="4975"/>
                  </a:cubicBezTo>
                  <a:cubicBezTo>
                    <a:pt x="3308" y="4994"/>
                    <a:pt x="3339" y="5018"/>
                    <a:pt x="3383" y="5018"/>
                  </a:cubicBezTo>
                  <a:cubicBezTo>
                    <a:pt x="3399" y="5018"/>
                    <a:pt x="3399" y="5018"/>
                    <a:pt x="3399" y="5018"/>
                  </a:cubicBezTo>
                  <a:cubicBezTo>
                    <a:pt x="3410" y="5009"/>
                    <a:pt x="3410" y="5009"/>
                    <a:pt x="3410" y="5009"/>
                  </a:cubicBezTo>
                  <a:cubicBezTo>
                    <a:pt x="3435" y="4989"/>
                    <a:pt x="3466" y="4961"/>
                    <a:pt x="3481" y="4928"/>
                  </a:cubicBezTo>
                  <a:cubicBezTo>
                    <a:pt x="3487" y="4916"/>
                    <a:pt x="3491" y="4905"/>
                    <a:pt x="3496" y="4894"/>
                  </a:cubicBezTo>
                  <a:cubicBezTo>
                    <a:pt x="3500" y="4883"/>
                    <a:pt x="3507" y="4866"/>
                    <a:pt x="3510" y="4861"/>
                  </a:cubicBezTo>
                  <a:cubicBezTo>
                    <a:pt x="3513" y="4858"/>
                    <a:pt x="3519" y="4854"/>
                    <a:pt x="3524" y="4854"/>
                  </a:cubicBezTo>
                  <a:cubicBezTo>
                    <a:pt x="3525" y="4854"/>
                    <a:pt x="3525" y="4854"/>
                    <a:pt x="3525" y="4854"/>
                  </a:cubicBezTo>
                  <a:cubicBezTo>
                    <a:pt x="3560" y="4868"/>
                    <a:pt x="3560" y="4868"/>
                    <a:pt x="3560" y="4868"/>
                  </a:cubicBezTo>
                  <a:cubicBezTo>
                    <a:pt x="3573" y="4840"/>
                    <a:pt x="3573" y="4840"/>
                    <a:pt x="3573" y="4840"/>
                  </a:cubicBezTo>
                  <a:cubicBezTo>
                    <a:pt x="3573" y="4840"/>
                    <a:pt x="3574" y="4841"/>
                    <a:pt x="3574" y="4841"/>
                  </a:cubicBezTo>
                  <a:cubicBezTo>
                    <a:pt x="3581" y="4844"/>
                    <a:pt x="3589" y="4847"/>
                    <a:pt x="3597" y="4849"/>
                  </a:cubicBezTo>
                  <a:cubicBezTo>
                    <a:pt x="3629" y="4856"/>
                    <a:pt x="3659" y="4860"/>
                    <a:pt x="3686" y="4860"/>
                  </a:cubicBezTo>
                  <a:cubicBezTo>
                    <a:pt x="3692" y="4860"/>
                    <a:pt x="3698" y="4860"/>
                    <a:pt x="3704" y="4860"/>
                  </a:cubicBezTo>
                  <a:cubicBezTo>
                    <a:pt x="3704" y="4860"/>
                    <a:pt x="3704" y="4860"/>
                    <a:pt x="3704" y="4861"/>
                  </a:cubicBezTo>
                  <a:cubicBezTo>
                    <a:pt x="3710" y="4871"/>
                    <a:pt x="3718" y="4883"/>
                    <a:pt x="3733" y="4898"/>
                  </a:cubicBezTo>
                  <a:cubicBezTo>
                    <a:pt x="3740" y="4906"/>
                    <a:pt x="3740" y="4906"/>
                    <a:pt x="3740" y="4906"/>
                  </a:cubicBezTo>
                  <a:cubicBezTo>
                    <a:pt x="3746" y="4900"/>
                    <a:pt x="3746" y="4900"/>
                    <a:pt x="3746" y="4900"/>
                  </a:cubicBezTo>
                  <a:cubicBezTo>
                    <a:pt x="3744" y="4902"/>
                    <a:pt x="3744" y="4902"/>
                    <a:pt x="3744" y="4902"/>
                  </a:cubicBezTo>
                  <a:cubicBezTo>
                    <a:pt x="3757" y="4912"/>
                    <a:pt x="3774" y="4931"/>
                    <a:pt x="3785" y="4943"/>
                  </a:cubicBezTo>
                  <a:cubicBezTo>
                    <a:pt x="3794" y="4954"/>
                    <a:pt x="3803" y="4963"/>
                    <a:pt x="3811" y="4971"/>
                  </a:cubicBezTo>
                  <a:cubicBezTo>
                    <a:pt x="3824" y="4984"/>
                    <a:pt x="3834" y="4994"/>
                    <a:pt x="3839" y="5006"/>
                  </a:cubicBezTo>
                  <a:cubicBezTo>
                    <a:pt x="3841" y="5011"/>
                    <a:pt x="3842" y="5019"/>
                    <a:pt x="3844" y="5025"/>
                  </a:cubicBezTo>
                  <a:cubicBezTo>
                    <a:pt x="3847" y="5041"/>
                    <a:pt x="3850" y="5055"/>
                    <a:pt x="3861" y="5067"/>
                  </a:cubicBezTo>
                  <a:cubicBezTo>
                    <a:pt x="3864" y="5070"/>
                    <a:pt x="3866" y="5074"/>
                    <a:pt x="3869" y="5081"/>
                  </a:cubicBezTo>
                  <a:cubicBezTo>
                    <a:pt x="3870" y="5081"/>
                    <a:pt x="3870" y="5081"/>
                    <a:pt x="3870" y="5081"/>
                  </a:cubicBezTo>
                  <a:cubicBezTo>
                    <a:pt x="3869" y="5089"/>
                    <a:pt x="3871" y="5096"/>
                    <a:pt x="3873" y="5103"/>
                  </a:cubicBezTo>
                  <a:cubicBezTo>
                    <a:pt x="3878" y="5112"/>
                    <a:pt x="3884" y="5119"/>
                    <a:pt x="3894" y="5124"/>
                  </a:cubicBezTo>
                  <a:cubicBezTo>
                    <a:pt x="3896" y="5128"/>
                    <a:pt x="3897" y="5132"/>
                    <a:pt x="3897" y="5133"/>
                  </a:cubicBezTo>
                  <a:cubicBezTo>
                    <a:pt x="3901" y="5158"/>
                    <a:pt x="3905" y="5171"/>
                    <a:pt x="3909" y="5184"/>
                  </a:cubicBezTo>
                  <a:cubicBezTo>
                    <a:pt x="3910" y="5186"/>
                    <a:pt x="3911" y="5189"/>
                    <a:pt x="3912" y="5192"/>
                  </a:cubicBezTo>
                  <a:cubicBezTo>
                    <a:pt x="3916" y="5204"/>
                    <a:pt x="3916" y="5204"/>
                    <a:pt x="3916" y="5204"/>
                  </a:cubicBezTo>
                  <a:cubicBezTo>
                    <a:pt x="3926" y="5212"/>
                    <a:pt x="3926" y="5212"/>
                    <a:pt x="3926" y="5212"/>
                  </a:cubicBezTo>
                  <a:cubicBezTo>
                    <a:pt x="3934" y="5219"/>
                    <a:pt x="3943" y="5222"/>
                    <a:pt x="3950" y="5225"/>
                  </a:cubicBezTo>
                  <a:cubicBezTo>
                    <a:pt x="3951" y="5225"/>
                    <a:pt x="3951" y="5225"/>
                    <a:pt x="3951" y="5225"/>
                  </a:cubicBezTo>
                  <a:cubicBezTo>
                    <a:pt x="3960" y="5244"/>
                    <a:pt x="3971" y="5260"/>
                    <a:pt x="3982" y="5275"/>
                  </a:cubicBezTo>
                  <a:cubicBezTo>
                    <a:pt x="3992" y="5290"/>
                    <a:pt x="4001" y="5303"/>
                    <a:pt x="4008" y="5318"/>
                  </a:cubicBezTo>
                  <a:cubicBezTo>
                    <a:pt x="4015" y="5333"/>
                    <a:pt x="4015" y="5333"/>
                    <a:pt x="4015" y="5333"/>
                  </a:cubicBezTo>
                  <a:cubicBezTo>
                    <a:pt x="4033" y="5340"/>
                    <a:pt x="4033" y="5340"/>
                    <a:pt x="4033" y="5340"/>
                  </a:cubicBezTo>
                  <a:cubicBezTo>
                    <a:pt x="4039" y="5342"/>
                    <a:pt x="4052" y="5347"/>
                    <a:pt x="4054" y="5349"/>
                  </a:cubicBezTo>
                  <a:cubicBezTo>
                    <a:pt x="4055" y="5351"/>
                    <a:pt x="4055" y="5351"/>
                    <a:pt x="4055" y="5351"/>
                  </a:cubicBezTo>
                  <a:cubicBezTo>
                    <a:pt x="4055" y="5352"/>
                    <a:pt x="4055" y="5352"/>
                    <a:pt x="4055" y="5352"/>
                  </a:cubicBezTo>
                  <a:cubicBezTo>
                    <a:pt x="4056" y="5353"/>
                    <a:pt x="4055" y="5360"/>
                    <a:pt x="4054" y="5363"/>
                  </a:cubicBezTo>
                  <a:cubicBezTo>
                    <a:pt x="4053" y="5372"/>
                    <a:pt x="4051" y="5382"/>
                    <a:pt x="4052" y="5393"/>
                  </a:cubicBezTo>
                  <a:cubicBezTo>
                    <a:pt x="4053" y="5402"/>
                    <a:pt x="4056" y="5410"/>
                    <a:pt x="4061" y="5418"/>
                  </a:cubicBezTo>
                  <a:cubicBezTo>
                    <a:pt x="4056" y="5430"/>
                    <a:pt x="4056" y="5443"/>
                    <a:pt x="4061" y="5456"/>
                  </a:cubicBezTo>
                  <a:cubicBezTo>
                    <a:pt x="4063" y="5463"/>
                    <a:pt x="4063" y="5463"/>
                    <a:pt x="4063" y="5463"/>
                  </a:cubicBezTo>
                  <a:cubicBezTo>
                    <a:pt x="4068" y="5469"/>
                    <a:pt x="4068" y="5469"/>
                    <a:pt x="4068" y="5469"/>
                  </a:cubicBezTo>
                  <a:cubicBezTo>
                    <a:pt x="4085" y="5489"/>
                    <a:pt x="4100" y="5507"/>
                    <a:pt x="4108" y="5530"/>
                  </a:cubicBezTo>
                  <a:cubicBezTo>
                    <a:pt x="4108" y="5532"/>
                    <a:pt x="4109" y="5538"/>
                    <a:pt x="4109" y="5541"/>
                  </a:cubicBezTo>
                  <a:cubicBezTo>
                    <a:pt x="4109" y="5552"/>
                    <a:pt x="4110" y="5565"/>
                    <a:pt x="4115" y="5579"/>
                  </a:cubicBezTo>
                  <a:cubicBezTo>
                    <a:pt x="4125" y="5604"/>
                    <a:pt x="4125" y="5604"/>
                    <a:pt x="4125" y="5604"/>
                  </a:cubicBezTo>
                  <a:cubicBezTo>
                    <a:pt x="4133" y="5604"/>
                    <a:pt x="4133" y="5604"/>
                    <a:pt x="4133" y="5604"/>
                  </a:cubicBezTo>
                  <a:cubicBezTo>
                    <a:pt x="4138" y="5615"/>
                    <a:pt x="4146" y="5623"/>
                    <a:pt x="4157" y="5628"/>
                  </a:cubicBezTo>
                  <a:cubicBezTo>
                    <a:pt x="4165" y="5631"/>
                    <a:pt x="4165" y="5631"/>
                    <a:pt x="4165" y="5631"/>
                  </a:cubicBezTo>
                  <a:cubicBezTo>
                    <a:pt x="4173" y="5631"/>
                    <a:pt x="4173" y="5631"/>
                    <a:pt x="4173" y="5631"/>
                  </a:cubicBezTo>
                  <a:cubicBezTo>
                    <a:pt x="4204" y="5631"/>
                    <a:pt x="4208" y="5637"/>
                    <a:pt x="4209" y="5637"/>
                  </a:cubicBezTo>
                  <a:cubicBezTo>
                    <a:pt x="4209" y="5637"/>
                    <a:pt x="4209" y="5637"/>
                    <a:pt x="4209" y="5637"/>
                  </a:cubicBezTo>
                  <a:cubicBezTo>
                    <a:pt x="4218" y="5668"/>
                    <a:pt x="4218" y="5668"/>
                    <a:pt x="4218" y="5668"/>
                  </a:cubicBezTo>
                  <a:cubicBezTo>
                    <a:pt x="4251" y="5665"/>
                    <a:pt x="4251" y="5665"/>
                    <a:pt x="4251" y="5665"/>
                  </a:cubicBezTo>
                  <a:cubicBezTo>
                    <a:pt x="4253" y="5664"/>
                    <a:pt x="4256" y="5664"/>
                    <a:pt x="4258" y="5664"/>
                  </a:cubicBezTo>
                  <a:cubicBezTo>
                    <a:pt x="4273" y="5664"/>
                    <a:pt x="4279" y="5669"/>
                    <a:pt x="4294" y="5683"/>
                  </a:cubicBezTo>
                  <a:cubicBezTo>
                    <a:pt x="4299" y="5688"/>
                    <a:pt x="4304" y="5692"/>
                    <a:pt x="4309" y="5697"/>
                  </a:cubicBezTo>
                  <a:cubicBezTo>
                    <a:pt x="4318" y="5704"/>
                    <a:pt x="4318" y="5704"/>
                    <a:pt x="4318" y="5704"/>
                  </a:cubicBezTo>
                  <a:cubicBezTo>
                    <a:pt x="4329" y="5705"/>
                    <a:pt x="4329" y="5705"/>
                    <a:pt x="4329" y="5705"/>
                  </a:cubicBezTo>
                  <a:cubicBezTo>
                    <a:pt x="4338" y="5706"/>
                    <a:pt x="4347" y="5707"/>
                    <a:pt x="4356" y="5707"/>
                  </a:cubicBezTo>
                  <a:cubicBezTo>
                    <a:pt x="4369" y="5707"/>
                    <a:pt x="4381" y="5706"/>
                    <a:pt x="4392" y="5704"/>
                  </a:cubicBezTo>
                  <a:cubicBezTo>
                    <a:pt x="4400" y="5704"/>
                    <a:pt x="4408" y="5703"/>
                    <a:pt x="4414" y="5703"/>
                  </a:cubicBezTo>
                  <a:cubicBezTo>
                    <a:pt x="4419" y="5703"/>
                    <a:pt x="4422" y="5703"/>
                    <a:pt x="4425" y="5704"/>
                  </a:cubicBezTo>
                  <a:cubicBezTo>
                    <a:pt x="4429" y="5705"/>
                    <a:pt x="4435" y="5711"/>
                    <a:pt x="4441" y="5717"/>
                  </a:cubicBezTo>
                  <a:cubicBezTo>
                    <a:pt x="4454" y="5731"/>
                    <a:pt x="4475" y="5752"/>
                    <a:pt x="4509" y="5753"/>
                  </a:cubicBezTo>
                  <a:cubicBezTo>
                    <a:pt x="4570" y="5753"/>
                    <a:pt x="4570" y="5753"/>
                    <a:pt x="4570" y="5753"/>
                  </a:cubicBezTo>
                  <a:cubicBezTo>
                    <a:pt x="4558" y="5724"/>
                    <a:pt x="4558" y="5724"/>
                    <a:pt x="4558" y="5724"/>
                  </a:cubicBezTo>
                  <a:cubicBezTo>
                    <a:pt x="4558" y="5724"/>
                    <a:pt x="4559" y="5724"/>
                    <a:pt x="4559" y="5723"/>
                  </a:cubicBezTo>
                  <a:cubicBezTo>
                    <a:pt x="4568" y="5713"/>
                    <a:pt x="4571" y="5700"/>
                    <a:pt x="4569" y="5686"/>
                  </a:cubicBezTo>
                  <a:cubicBezTo>
                    <a:pt x="4567" y="5672"/>
                    <a:pt x="4567" y="5672"/>
                    <a:pt x="4567" y="5672"/>
                  </a:cubicBezTo>
                  <a:cubicBezTo>
                    <a:pt x="4558" y="5664"/>
                    <a:pt x="4558" y="5664"/>
                    <a:pt x="4558" y="5664"/>
                  </a:cubicBezTo>
                  <a:cubicBezTo>
                    <a:pt x="4558" y="5661"/>
                    <a:pt x="4558" y="5655"/>
                    <a:pt x="4558" y="5653"/>
                  </a:cubicBezTo>
                  <a:cubicBezTo>
                    <a:pt x="4558" y="5642"/>
                    <a:pt x="4558" y="5629"/>
                    <a:pt x="4555" y="5615"/>
                  </a:cubicBezTo>
                  <a:cubicBezTo>
                    <a:pt x="4551" y="5602"/>
                    <a:pt x="4545" y="5592"/>
                    <a:pt x="4540" y="5584"/>
                  </a:cubicBezTo>
                  <a:cubicBezTo>
                    <a:pt x="4538" y="5581"/>
                    <a:pt x="4535" y="5576"/>
                    <a:pt x="4534" y="5575"/>
                  </a:cubicBezTo>
                  <a:cubicBezTo>
                    <a:pt x="4533" y="5570"/>
                    <a:pt x="4533" y="5562"/>
                    <a:pt x="4533" y="5553"/>
                  </a:cubicBezTo>
                  <a:cubicBezTo>
                    <a:pt x="4532" y="5541"/>
                    <a:pt x="4531" y="5527"/>
                    <a:pt x="4527" y="5513"/>
                  </a:cubicBezTo>
                  <a:cubicBezTo>
                    <a:pt x="4523" y="5499"/>
                    <a:pt x="4515" y="5489"/>
                    <a:pt x="4509" y="5481"/>
                  </a:cubicBezTo>
                  <a:cubicBezTo>
                    <a:pt x="4520" y="5468"/>
                    <a:pt x="4525" y="5451"/>
                    <a:pt x="4528" y="5440"/>
                  </a:cubicBezTo>
                  <a:cubicBezTo>
                    <a:pt x="4529" y="5435"/>
                    <a:pt x="4531" y="5429"/>
                    <a:pt x="4532" y="5427"/>
                  </a:cubicBezTo>
                  <a:cubicBezTo>
                    <a:pt x="4537" y="5416"/>
                    <a:pt x="4537" y="5416"/>
                    <a:pt x="4537" y="5416"/>
                  </a:cubicBezTo>
                  <a:cubicBezTo>
                    <a:pt x="4543" y="5415"/>
                    <a:pt x="4543" y="5415"/>
                    <a:pt x="4543" y="5415"/>
                  </a:cubicBezTo>
                  <a:cubicBezTo>
                    <a:pt x="4543" y="5404"/>
                    <a:pt x="4543" y="5404"/>
                    <a:pt x="4543" y="5404"/>
                  </a:cubicBezTo>
                  <a:cubicBezTo>
                    <a:pt x="4578" y="5331"/>
                    <a:pt x="4578" y="5331"/>
                    <a:pt x="4578" y="5331"/>
                  </a:cubicBezTo>
                  <a:cubicBezTo>
                    <a:pt x="4599" y="5340"/>
                    <a:pt x="4599" y="5340"/>
                    <a:pt x="4599" y="5340"/>
                  </a:cubicBezTo>
                  <a:cubicBezTo>
                    <a:pt x="4591" y="5279"/>
                    <a:pt x="4591" y="5279"/>
                    <a:pt x="4591" y="5279"/>
                  </a:cubicBezTo>
                  <a:cubicBezTo>
                    <a:pt x="4591" y="5278"/>
                    <a:pt x="4592" y="5278"/>
                    <a:pt x="4592" y="5278"/>
                  </a:cubicBezTo>
                  <a:cubicBezTo>
                    <a:pt x="4599" y="5271"/>
                    <a:pt x="4609" y="5261"/>
                    <a:pt x="4613" y="5245"/>
                  </a:cubicBezTo>
                  <a:cubicBezTo>
                    <a:pt x="4630" y="5235"/>
                    <a:pt x="4630" y="5235"/>
                    <a:pt x="4630" y="5235"/>
                  </a:cubicBezTo>
                  <a:cubicBezTo>
                    <a:pt x="4645" y="5227"/>
                    <a:pt x="4654" y="5216"/>
                    <a:pt x="4659" y="5202"/>
                  </a:cubicBezTo>
                  <a:cubicBezTo>
                    <a:pt x="4659" y="5202"/>
                    <a:pt x="4659" y="5202"/>
                    <a:pt x="4659" y="5202"/>
                  </a:cubicBezTo>
                  <a:cubicBezTo>
                    <a:pt x="4674" y="5202"/>
                    <a:pt x="4702" y="5196"/>
                    <a:pt x="4725" y="5162"/>
                  </a:cubicBezTo>
                  <a:cubicBezTo>
                    <a:pt x="4738" y="5142"/>
                    <a:pt x="4738" y="5142"/>
                    <a:pt x="4738" y="5142"/>
                  </a:cubicBezTo>
                  <a:cubicBezTo>
                    <a:pt x="4741" y="5142"/>
                    <a:pt x="4744" y="5142"/>
                    <a:pt x="4747" y="5142"/>
                  </a:cubicBezTo>
                  <a:cubicBezTo>
                    <a:pt x="4748" y="5142"/>
                    <a:pt x="4755" y="5142"/>
                    <a:pt x="4763" y="5140"/>
                  </a:cubicBezTo>
                  <a:cubicBezTo>
                    <a:pt x="4771" y="5144"/>
                    <a:pt x="4779" y="5147"/>
                    <a:pt x="4789" y="5147"/>
                  </a:cubicBezTo>
                  <a:cubicBezTo>
                    <a:pt x="4792" y="5147"/>
                    <a:pt x="4797" y="5146"/>
                    <a:pt x="4801" y="5145"/>
                  </a:cubicBezTo>
                  <a:cubicBezTo>
                    <a:pt x="4829" y="5139"/>
                    <a:pt x="4829" y="5139"/>
                    <a:pt x="4829" y="5139"/>
                  </a:cubicBezTo>
                  <a:cubicBezTo>
                    <a:pt x="4831" y="5114"/>
                    <a:pt x="4831" y="5114"/>
                    <a:pt x="4831" y="5114"/>
                  </a:cubicBezTo>
                  <a:cubicBezTo>
                    <a:pt x="4833" y="5114"/>
                    <a:pt x="4834" y="5114"/>
                    <a:pt x="4835" y="5113"/>
                  </a:cubicBezTo>
                  <a:cubicBezTo>
                    <a:pt x="4839" y="5112"/>
                    <a:pt x="4841" y="5111"/>
                    <a:pt x="4842" y="5111"/>
                  </a:cubicBezTo>
                  <a:cubicBezTo>
                    <a:pt x="4843" y="5111"/>
                    <a:pt x="4844" y="5112"/>
                    <a:pt x="4845" y="5112"/>
                  </a:cubicBezTo>
                  <a:cubicBezTo>
                    <a:pt x="4869" y="5117"/>
                    <a:pt x="4869" y="5117"/>
                    <a:pt x="4869" y="5117"/>
                  </a:cubicBezTo>
                  <a:cubicBezTo>
                    <a:pt x="4884" y="5098"/>
                    <a:pt x="4884" y="5098"/>
                    <a:pt x="4884" y="5098"/>
                  </a:cubicBezTo>
                  <a:cubicBezTo>
                    <a:pt x="4889" y="5092"/>
                    <a:pt x="4899" y="5086"/>
                    <a:pt x="4910" y="5080"/>
                  </a:cubicBezTo>
                  <a:cubicBezTo>
                    <a:pt x="4934" y="5066"/>
                    <a:pt x="4966" y="5047"/>
                    <a:pt x="4977" y="5006"/>
                  </a:cubicBezTo>
                  <a:cubicBezTo>
                    <a:pt x="4986" y="4999"/>
                    <a:pt x="4992" y="4992"/>
                    <a:pt x="4996" y="4987"/>
                  </a:cubicBezTo>
                  <a:cubicBezTo>
                    <a:pt x="4997" y="4986"/>
                    <a:pt x="4998" y="4984"/>
                    <a:pt x="4999" y="4983"/>
                  </a:cubicBezTo>
                  <a:cubicBezTo>
                    <a:pt x="5039" y="4974"/>
                    <a:pt x="5039" y="4974"/>
                    <a:pt x="5039" y="4974"/>
                  </a:cubicBezTo>
                  <a:cubicBezTo>
                    <a:pt x="5039" y="4974"/>
                    <a:pt x="5025" y="4932"/>
                    <a:pt x="5025" y="4931"/>
                  </a:cubicBezTo>
                  <a:cubicBezTo>
                    <a:pt x="5026" y="4931"/>
                    <a:pt x="5027" y="4931"/>
                    <a:pt x="5029" y="4931"/>
                  </a:cubicBezTo>
                  <a:cubicBezTo>
                    <a:pt x="5041" y="4931"/>
                    <a:pt x="5053" y="4929"/>
                    <a:pt x="5064" y="4926"/>
                  </a:cubicBezTo>
                  <a:cubicBezTo>
                    <a:pt x="5070" y="4930"/>
                    <a:pt x="5078" y="4931"/>
                    <a:pt x="5085" y="4931"/>
                  </a:cubicBezTo>
                  <a:cubicBezTo>
                    <a:pt x="5089" y="4931"/>
                    <a:pt x="5094" y="4931"/>
                    <a:pt x="5098" y="4930"/>
                  </a:cubicBezTo>
                  <a:cubicBezTo>
                    <a:pt x="5113" y="4926"/>
                    <a:pt x="5124" y="4918"/>
                    <a:pt x="5134" y="4911"/>
                  </a:cubicBezTo>
                  <a:cubicBezTo>
                    <a:pt x="5139" y="4907"/>
                    <a:pt x="5145" y="4903"/>
                    <a:pt x="5149" y="4902"/>
                  </a:cubicBezTo>
                  <a:cubicBezTo>
                    <a:pt x="5152" y="4901"/>
                    <a:pt x="5156" y="4900"/>
                    <a:pt x="5161" y="4899"/>
                  </a:cubicBezTo>
                  <a:cubicBezTo>
                    <a:pt x="5171" y="4897"/>
                    <a:pt x="5186" y="4895"/>
                    <a:pt x="5203" y="4885"/>
                  </a:cubicBezTo>
                  <a:cubicBezTo>
                    <a:pt x="5213" y="4879"/>
                    <a:pt x="5213" y="4879"/>
                    <a:pt x="5213" y="4879"/>
                  </a:cubicBezTo>
                  <a:cubicBezTo>
                    <a:pt x="5218" y="4879"/>
                    <a:pt x="5224" y="4878"/>
                    <a:pt x="5229" y="4878"/>
                  </a:cubicBezTo>
                  <a:cubicBezTo>
                    <a:pt x="5230" y="4878"/>
                    <a:pt x="5232" y="4878"/>
                    <a:pt x="5233" y="4878"/>
                  </a:cubicBezTo>
                  <a:cubicBezTo>
                    <a:pt x="5224" y="4894"/>
                    <a:pt x="5224" y="4894"/>
                    <a:pt x="5224" y="4894"/>
                  </a:cubicBezTo>
                  <a:cubicBezTo>
                    <a:pt x="5315" y="4869"/>
                    <a:pt x="5315" y="4869"/>
                    <a:pt x="5315" y="4869"/>
                  </a:cubicBezTo>
                  <a:cubicBezTo>
                    <a:pt x="5316" y="4869"/>
                    <a:pt x="5316" y="4868"/>
                    <a:pt x="5316" y="4868"/>
                  </a:cubicBezTo>
                  <a:cubicBezTo>
                    <a:pt x="5317" y="4869"/>
                    <a:pt x="5322" y="4871"/>
                    <a:pt x="5325" y="4872"/>
                  </a:cubicBezTo>
                  <a:cubicBezTo>
                    <a:pt x="5330" y="4875"/>
                    <a:pt x="5337" y="4879"/>
                    <a:pt x="5345" y="4882"/>
                  </a:cubicBezTo>
                  <a:cubicBezTo>
                    <a:pt x="5348" y="4882"/>
                    <a:pt x="5348" y="4882"/>
                    <a:pt x="5348" y="4882"/>
                  </a:cubicBezTo>
                  <a:cubicBezTo>
                    <a:pt x="5380" y="4893"/>
                    <a:pt x="5399" y="4900"/>
                    <a:pt x="5434" y="4904"/>
                  </a:cubicBezTo>
                  <a:cubicBezTo>
                    <a:pt x="5438" y="4904"/>
                    <a:pt x="5448" y="4907"/>
                    <a:pt x="5454" y="4909"/>
                  </a:cubicBezTo>
                  <a:cubicBezTo>
                    <a:pt x="5467" y="4913"/>
                    <a:pt x="5479" y="4917"/>
                    <a:pt x="5491" y="4917"/>
                  </a:cubicBezTo>
                  <a:cubicBezTo>
                    <a:pt x="5493" y="4917"/>
                    <a:pt x="5495" y="4917"/>
                    <a:pt x="5497" y="4917"/>
                  </a:cubicBezTo>
                  <a:cubicBezTo>
                    <a:pt x="5500" y="4917"/>
                    <a:pt x="5503" y="4916"/>
                    <a:pt x="5506" y="4915"/>
                  </a:cubicBezTo>
                  <a:cubicBezTo>
                    <a:pt x="5526" y="4913"/>
                    <a:pt x="5526" y="4913"/>
                    <a:pt x="5526" y="4913"/>
                  </a:cubicBezTo>
                  <a:cubicBezTo>
                    <a:pt x="5545" y="4927"/>
                    <a:pt x="5545" y="4927"/>
                    <a:pt x="5545" y="4927"/>
                  </a:cubicBezTo>
                  <a:cubicBezTo>
                    <a:pt x="5551" y="4911"/>
                    <a:pt x="5551" y="4911"/>
                    <a:pt x="5551" y="4911"/>
                  </a:cubicBezTo>
                  <a:cubicBezTo>
                    <a:pt x="5552" y="4911"/>
                    <a:pt x="5552" y="4911"/>
                    <a:pt x="5552" y="4911"/>
                  </a:cubicBezTo>
                  <a:cubicBezTo>
                    <a:pt x="5558" y="4915"/>
                    <a:pt x="5569" y="4922"/>
                    <a:pt x="5585" y="4922"/>
                  </a:cubicBezTo>
                  <a:cubicBezTo>
                    <a:pt x="5593" y="4922"/>
                    <a:pt x="5604" y="4920"/>
                    <a:pt x="5616" y="4911"/>
                  </a:cubicBezTo>
                  <a:cubicBezTo>
                    <a:pt x="5649" y="4903"/>
                    <a:pt x="5649" y="4903"/>
                    <a:pt x="5649" y="4903"/>
                  </a:cubicBezTo>
                  <a:cubicBezTo>
                    <a:pt x="5649" y="4903"/>
                    <a:pt x="5650" y="4903"/>
                    <a:pt x="5650" y="4903"/>
                  </a:cubicBezTo>
                  <a:cubicBezTo>
                    <a:pt x="5652" y="4904"/>
                    <a:pt x="5654" y="4905"/>
                    <a:pt x="5658" y="4907"/>
                  </a:cubicBezTo>
                  <a:cubicBezTo>
                    <a:pt x="5656" y="4914"/>
                    <a:pt x="5655" y="4922"/>
                    <a:pt x="5657" y="4930"/>
                  </a:cubicBezTo>
                  <a:cubicBezTo>
                    <a:pt x="5662" y="4951"/>
                    <a:pt x="5680" y="4967"/>
                    <a:pt x="5700" y="4971"/>
                  </a:cubicBezTo>
                  <a:cubicBezTo>
                    <a:pt x="5707" y="5011"/>
                    <a:pt x="5707" y="5011"/>
                    <a:pt x="5707" y="5011"/>
                  </a:cubicBezTo>
                  <a:cubicBezTo>
                    <a:pt x="5751" y="4976"/>
                    <a:pt x="5751" y="4976"/>
                    <a:pt x="5751" y="4976"/>
                  </a:cubicBezTo>
                  <a:cubicBezTo>
                    <a:pt x="5756" y="4978"/>
                    <a:pt x="5762" y="4980"/>
                    <a:pt x="5767" y="4981"/>
                  </a:cubicBezTo>
                  <a:cubicBezTo>
                    <a:pt x="5781" y="4987"/>
                    <a:pt x="5795" y="4991"/>
                    <a:pt x="5809" y="4991"/>
                  </a:cubicBezTo>
                  <a:cubicBezTo>
                    <a:pt x="5843" y="4992"/>
                    <a:pt x="5843" y="4992"/>
                    <a:pt x="5843" y="4992"/>
                  </a:cubicBezTo>
                  <a:cubicBezTo>
                    <a:pt x="5849" y="4958"/>
                    <a:pt x="5849" y="4958"/>
                    <a:pt x="5849" y="4958"/>
                  </a:cubicBezTo>
                  <a:cubicBezTo>
                    <a:pt x="5849" y="4954"/>
                    <a:pt x="5850" y="4951"/>
                    <a:pt x="5850" y="4949"/>
                  </a:cubicBezTo>
                  <a:cubicBezTo>
                    <a:pt x="5853" y="4950"/>
                    <a:pt x="5856" y="4951"/>
                    <a:pt x="5859" y="4952"/>
                  </a:cubicBezTo>
                  <a:cubicBezTo>
                    <a:pt x="5861" y="4959"/>
                    <a:pt x="5864" y="4965"/>
                    <a:pt x="5869" y="4971"/>
                  </a:cubicBezTo>
                  <a:cubicBezTo>
                    <a:pt x="5878" y="4980"/>
                    <a:pt x="5890" y="4986"/>
                    <a:pt x="5904" y="4986"/>
                  </a:cubicBezTo>
                  <a:cubicBezTo>
                    <a:pt x="5909" y="4986"/>
                    <a:pt x="5915" y="4985"/>
                    <a:pt x="5919" y="4984"/>
                  </a:cubicBezTo>
                  <a:cubicBezTo>
                    <a:pt x="5942" y="4979"/>
                    <a:pt x="5953" y="4966"/>
                    <a:pt x="5958" y="4957"/>
                  </a:cubicBezTo>
                  <a:cubicBezTo>
                    <a:pt x="5964" y="4946"/>
                    <a:pt x="5966" y="4934"/>
                    <a:pt x="5963" y="4921"/>
                  </a:cubicBezTo>
                  <a:cubicBezTo>
                    <a:pt x="5963" y="4921"/>
                    <a:pt x="5964" y="4920"/>
                    <a:pt x="5964" y="4920"/>
                  </a:cubicBezTo>
                  <a:cubicBezTo>
                    <a:pt x="5965" y="4921"/>
                    <a:pt x="5967" y="4922"/>
                    <a:pt x="5968" y="4924"/>
                  </a:cubicBezTo>
                  <a:cubicBezTo>
                    <a:pt x="5976" y="4929"/>
                    <a:pt x="5985" y="4932"/>
                    <a:pt x="5995" y="4932"/>
                  </a:cubicBezTo>
                  <a:cubicBezTo>
                    <a:pt x="5996" y="4932"/>
                    <a:pt x="5997" y="4932"/>
                    <a:pt x="5999" y="4932"/>
                  </a:cubicBezTo>
                  <a:cubicBezTo>
                    <a:pt x="6003" y="4936"/>
                    <a:pt x="6010" y="4940"/>
                    <a:pt x="6018" y="4943"/>
                  </a:cubicBezTo>
                  <a:cubicBezTo>
                    <a:pt x="6016" y="4965"/>
                    <a:pt x="6016" y="4965"/>
                    <a:pt x="6016" y="4965"/>
                  </a:cubicBezTo>
                  <a:cubicBezTo>
                    <a:pt x="6052" y="4971"/>
                    <a:pt x="6052" y="4971"/>
                    <a:pt x="6052" y="4971"/>
                  </a:cubicBezTo>
                  <a:cubicBezTo>
                    <a:pt x="6056" y="4971"/>
                    <a:pt x="6059" y="4971"/>
                    <a:pt x="6061" y="4971"/>
                  </a:cubicBezTo>
                  <a:cubicBezTo>
                    <a:pt x="6066" y="4971"/>
                    <a:pt x="6070" y="4971"/>
                    <a:pt x="6074" y="4970"/>
                  </a:cubicBezTo>
                  <a:cubicBezTo>
                    <a:pt x="6083" y="4977"/>
                    <a:pt x="6092" y="4981"/>
                    <a:pt x="6104" y="4984"/>
                  </a:cubicBezTo>
                  <a:cubicBezTo>
                    <a:pt x="6132" y="4990"/>
                    <a:pt x="6132" y="4990"/>
                    <a:pt x="6132" y="4990"/>
                  </a:cubicBezTo>
                  <a:cubicBezTo>
                    <a:pt x="6147" y="4965"/>
                    <a:pt x="6147" y="4965"/>
                    <a:pt x="6147" y="4965"/>
                  </a:cubicBezTo>
                  <a:cubicBezTo>
                    <a:pt x="6174" y="4918"/>
                    <a:pt x="6147" y="4885"/>
                    <a:pt x="6133" y="4869"/>
                  </a:cubicBezTo>
                  <a:cubicBezTo>
                    <a:pt x="6130" y="4866"/>
                    <a:pt x="6130" y="4866"/>
                    <a:pt x="6130" y="4866"/>
                  </a:cubicBezTo>
                  <a:cubicBezTo>
                    <a:pt x="6112" y="4843"/>
                    <a:pt x="6112" y="4843"/>
                    <a:pt x="6112" y="4843"/>
                  </a:cubicBezTo>
                  <a:cubicBezTo>
                    <a:pt x="6090" y="4852"/>
                    <a:pt x="6090" y="4852"/>
                    <a:pt x="6090" y="4852"/>
                  </a:cubicBezTo>
                  <a:cubicBezTo>
                    <a:pt x="6087" y="4849"/>
                    <a:pt x="6082" y="4845"/>
                    <a:pt x="6076" y="4841"/>
                  </a:cubicBezTo>
                  <a:cubicBezTo>
                    <a:pt x="6067" y="4825"/>
                    <a:pt x="6067" y="4825"/>
                    <a:pt x="6067" y="4825"/>
                  </a:cubicBezTo>
                  <a:cubicBezTo>
                    <a:pt x="6090" y="4827"/>
                    <a:pt x="6090" y="4827"/>
                    <a:pt x="6090" y="4827"/>
                  </a:cubicBezTo>
                  <a:cubicBezTo>
                    <a:pt x="6092" y="4784"/>
                    <a:pt x="6092" y="4784"/>
                    <a:pt x="6092" y="4784"/>
                  </a:cubicBezTo>
                  <a:cubicBezTo>
                    <a:pt x="6092" y="4764"/>
                    <a:pt x="6084" y="4751"/>
                    <a:pt x="6078" y="4743"/>
                  </a:cubicBezTo>
                  <a:cubicBezTo>
                    <a:pt x="6080" y="4733"/>
                    <a:pt x="6089" y="4704"/>
                    <a:pt x="6089" y="4704"/>
                  </a:cubicBezTo>
                  <a:cubicBezTo>
                    <a:pt x="6073" y="4701"/>
                    <a:pt x="6073" y="4701"/>
                    <a:pt x="6073" y="4701"/>
                  </a:cubicBezTo>
                  <a:cubicBezTo>
                    <a:pt x="6087" y="4698"/>
                    <a:pt x="6100" y="4692"/>
                    <a:pt x="6111" y="4686"/>
                  </a:cubicBezTo>
                  <a:cubicBezTo>
                    <a:pt x="6119" y="4682"/>
                    <a:pt x="6130" y="4677"/>
                    <a:pt x="6134" y="4677"/>
                  </a:cubicBezTo>
                  <a:cubicBezTo>
                    <a:pt x="6134" y="4677"/>
                    <a:pt x="6134" y="4677"/>
                    <a:pt x="6134" y="4677"/>
                  </a:cubicBezTo>
                  <a:cubicBezTo>
                    <a:pt x="6135" y="4677"/>
                    <a:pt x="6135" y="4677"/>
                    <a:pt x="6135" y="4677"/>
                  </a:cubicBezTo>
                  <a:cubicBezTo>
                    <a:pt x="6136" y="4677"/>
                    <a:pt x="6137" y="4678"/>
                    <a:pt x="6138" y="4679"/>
                  </a:cubicBezTo>
                  <a:cubicBezTo>
                    <a:pt x="6144" y="4682"/>
                    <a:pt x="6152" y="4686"/>
                    <a:pt x="6166" y="4689"/>
                  </a:cubicBezTo>
                  <a:cubicBezTo>
                    <a:pt x="6199" y="4698"/>
                    <a:pt x="6199" y="4698"/>
                    <a:pt x="6199" y="4698"/>
                  </a:cubicBezTo>
                  <a:cubicBezTo>
                    <a:pt x="6203" y="4689"/>
                    <a:pt x="6203" y="4689"/>
                    <a:pt x="6203" y="4689"/>
                  </a:cubicBezTo>
                  <a:cubicBezTo>
                    <a:pt x="6220" y="4695"/>
                    <a:pt x="6220" y="4695"/>
                    <a:pt x="6220" y="4695"/>
                  </a:cubicBezTo>
                  <a:cubicBezTo>
                    <a:pt x="6237" y="4684"/>
                    <a:pt x="6237" y="4684"/>
                    <a:pt x="6237" y="4684"/>
                  </a:cubicBezTo>
                  <a:cubicBezTo>
                    <a:pt x="6241" y="4682"/>
                    <a:pt x="6245" y="4678"/>
                    <a:pt x="6248" y="4675"/>
                  </a:cubicBezTo>
                  <a:cubicBezTo>
                    <a:pt x="6322" y="4675"/>
                    <a:pt x="6322" y="4675"/>
                    <a:pt x="6322" y="4675"/>
                  </a:cubicBezTo>
                  <a:cubicBezTo>
                    <a:pt x="6322" y="4668"/>
                    <a:pt x="6322" y="4668"/>
                    <a:pt x="6322" y="4668"/>
                  </a:cubicBezTo>
                  <a:cubicBezTo>
                    <a:pt x="6328" y="4678"/>
                    <a:pt x="6340" y="4690"/>
                    <a:pt x="6359" y="4694"/>
                  </a:cubicBezTo>
                  <a:cubicBezTo>
                    <a:pt x="6363" y="4695"/>
                    <a:pt x="6367" y="4695"/>
                    <a:pt x="6371" y="4695"/>
                  </a:cubicBezTo>
                  <a:cubicBezTo>
                    <a:pt x="6384" y="4695"/>
                    <a:pt x="6397" y="4690"/>
                    <a:pt x="6405" y="4680"/>
                  </a:cubicBezTo>
                  <a:cubicBezTo>
                    <a:pt x="6408" y="4677"/>
                    <a:pt x="6410" y="4673"/>
                    <a:pt x="6412" y="4669"/>
                  </a:cubicBezTo>
                  <a:cubicBezTo>
                    <a:pt x="6415" y="4667"/>
                    <a:pt x="6418" y="4665"/>
                    <a:pt x="6420" y="4663"/>
                  </a:cubicBezTo>
                  <a:cubicBezTo>
                    <a:pt x="6444" y="4666"/>
                    <a:pt x="6444" y="4666"/>
                    <a:pt x="6444" y="4666"/>
                  </a:cubicBezTo>
                  <a:cubicBezTo>
                    <a:pt x="6445" y="4655"/>
                    <a:pt x="6445" y="4655"/>
                    <a:pt x="6445" y="4655"/>
                  </a:cubicBezTo>
                  <a:cubicBezTo>
                    <a:pt x="6469" y="4655"/>
                    <a:pt x="6469" y="4655"/>
                    <a:pt x="6469" y="4655"/>
                  </a:cubicBezTo>
                  <a:cubicBezTo>
                    <a:pt x="6468" y="4664"/>
                    <a:pt x="6468" y="4664"/>
                    <a:pt x="6468" y="4664"/>
                  </a:cubicBezTo>
                  <a:cubicBezTo>
                    <a:pt x="6522" y="4646"/>
                    <a:pt x="6522" y="4646"/>
                    <a:pt x="6522" y="4646"/>
                  </a:cubicBezTo>
                  <a:cubicBezTo>
                    <a:pt x="6530" y="4643"/>
                    <a:pt x="6538" y="4641"/>
                    <a:pt x="6547" y="4639"/>
                  </a:cubicBezTo>
                  <a:cubicBezTo>
                    <a:pt x="6555" y="4637"/>
                    <a:pt x="6563" y="4635"/>
                    <a:pt x="6571" y="4633"/>
                  </a:cubicBezTo>
                  <a:cubicBezTo>
                    <a:pt x="6538" y="4663"/>
                    <a:pt x="6538" y="4663"/>
                    <a:pt x="6538" y="4663"/>
                  </a:cubicBezTo>
                  <a:cubicBezTo>
                    <a:pt x="6663" y="4648"/>
                    <a:pt x="6663" y="4648"/>
                    <a:pt x="6663" y="4648"/>
                  </a:cubicBezTo>
                  <a:cubicBezTo>
                    <a:pt x="6664" y="4647"/>
                    <a:pt x="6665" y="4647"/>
                    <a:pt x="6666" y="4647"/>
                  </a:cubicBezTo>
                  <a:cubicBezTo>
                    <a:pt x="6669" y="4647"/>
                    <a:pt x="6672" y="4648"/>
                    <a:pt x="6679" y="4651"/>
                  </a:cubicBezTo>
                  <a:cubicBezTo>
                    <a:pt x="6681" y="4652"/>
                    <a:pt x="6683" y="4653"/>
                    <a:pt x="6686" y="4654"/>
                  </a:cubicBezTo>
                  <a:cubicBezTo>
                    <a:pt x="6682" y="4659"/>
                    <a:pt x="6682" y="4659"/>
                    <a:pt x="6682" y="4659"/>
                  </a:cubicBezTo>
                  <a:cubicBezTo>
                    <a:pt x="6744" y="4667"/>
                    <a:pt x="6744" y="4667"/>
                    <a:pt x="6744" y="4667"/>
                  </a:cubicBezTo>
                  <a:cubicBezTo>
                    <a:pt x="6720" y="4701"/>
                    <a:pt x="6720" y="4701"/>
                    <a:pt x="6720" y="4701"/>
                  </a:cubicBezTo>
                  <a:cubicBezTo>
                    <a:pt x="6788" y="4708"/>
                    <a:pt x="6788" y="4708"/>
                    <a:pt x="6788" y="4708"/>
                  </a:cubicBezTo>
                  <a:cubicBezTo>
                    <a:pt x="6794" y="4709"/>
                    <a:pt x="6797" y="4709"/>
                    <a:pt x="6808" y="4739"/>
                  </a:cubicBezTo>
                  <a:cubicBezTo>
                    <a:pt x="6840" y="4827"/>
                    <a:pt x="6840" y="4827"/>
                    <a:pt x="6840" y="4827"/>
                  </a:cubicBezTo>
                  <a:cubicBezTo>
                    <a:pt x="6876" y="4759"/>
                    <a:pt x="6876" y="4759"/>
                    <a:pt x="6876" y="4759"/>
                  </a:cubicBezTo>
                  <a:cubicBezTo>
                    <a:pt x="6876" y="4759"/>
                    <a:pt x="6876" y="4759"/>
                    <a:pt x="6876" y="4759"/>
                  </a:cubicBezTo>
                  <a:cubicBezTo>
                    <a:pt x="6885" y="4759"/>
                    <a:pt x="6898" y="4758"/>
                    <a:pt x="6912" y="4751"/>
                  </a:cubicBezTo>
                  <a:cubicBezTo>
                    <a:pt x="6916" y="4749"/>
                    <a:pt x="6920" y="4747"/>
                    <a:pt x="6923" y="4744"/>
                  </a:cubicBezTo>
                  <a:cubicBezTo>
                    <a:pt x="6925" y="4744"/>
                    <a:pt x="6927" y="4744"/>
                    <a:pt x="6930" y="4744"/>
                  </a:cubicBezTo>
                  <a:cubicBezTo>
                    <a:pt x="6937" y="4744"/>
                    <a:pt x="6949" y="4742"/>
                    <a:pt x="6960" y="4733"/>
                  </a:cubicBezTo>
                  <a:cubicBezTo>
                    <a:pt x="6963" y="4730"/>
                    <a:pt x="6963" y="4730"/>
                    <a:pt x="6963" y="4730"/>
                  </a:cubicBezTo>
                  <a:cubicBezTo>
                    <a:pt x="6965" y="4727"/>
                    <a:pt x="6965" y="4727"/>
                    <a:pt x="6965" y="4727"/>
                  </a:cubicBezTo>
                  <a:cubicBezTo>
                    <a:pt x="6968" y="4724"/>
                    <a:pt x="6970" y="4721"/>
                    <a:pt x="6972" y="4719"/>
                  </a:cubicBezTo>
                  <a:cubicBezTo>
                    <a:pt x="6979" y="4709"/>
                    <a:pt x="6984" y="4702"/>
                    <a:pt x="6993" y="4697"/>
                  </a:cubicBezTo>
                  <a:cubicBezTo>
                    <a:pt x="6993" y="4697"/>
                    <a:pt x="6996" y="4697"/>
                    <a:pt x="6997" y="4696"/>
                  </a:cubicBezTo>
                  <a:cubicBezTo>
                    <a:pt x="7007" y="4694"/>
                    <a:pt x="7022" y="4691"/>
                    <a:pt x="7036" y="4677"/>
                  </a:cubicBezTo>
                  <a:cubicBezTo>
                    <a:pt x="7043" y="4670"/>
                    <a:pt x="7043" y="4670"/>
                    <a:pt x="7043" y="4670"/>
                  </a:cubicBezTo>
                  <a:cubicBezTo>
                    <a:pt x="7033" y="4660"/>
                    <a:pt x="7033" y="4660"/>
                    <a:pt x="7033" y="4660"/>
                  </a:cubicBezTo>
                  <a:cubicBezTo>
                    <a:pt x="7037" y="4656"/>
                    <a:pt x="7037" y="4656"/>
                    <a:pt x="7037" y="4656"/>
                  </a:cubicBezTo>
                  <a:cubicBezTo>
                    <a:pt x="7041" y="4652"/>
                    <a:pt x="7043" y="4648"/>
                    <a:pt x="7046" y="4646"/>
                  </a:cubicBezTo>
                  <a:cubicBezTo>
                    <a:pt x="7047" y="4645"/>
                    <a:pt x="7049" y="4645"/>
                    <a:pt x="7051" y="4645"/>
                  </a:cubicBezTo>
                  <a:cubicBezTo>
                    <a:pt x="7062" y="4645"/>
                    <a:pt x="7071" y="4647"/>
                    <a:pt x="7075" y="4647"/>
                  </a:cubicBezTo>
                  <a:cubicBezTo>
                    <a:pt x="7081" y="4648"/>
                    <a:pt x="7108" y="4659"/>
                    <a:pt x="7122" y="4666"/>
                  </a:cubicBezTo>
                  <a:cubicBezTo>
                    <a:pt x="7122" y="4666"/>
                    <a:pt x="7122" y="4666"/>
                    <a:pt x="7122" y="4666"/>
                  </a:cubicBezTo>
                  <a:cubicBezTo>
                    <a:pt x="7125" y="4674"/>
                    <a:pt x="7131" y="4688"/>
                    <a:pt x="7144" y="4699"/>
                  </a:cubicBezTo>
                  <a:cubicBezTo>
                    <a:pt x="7153" y="4706"/>
                    <a:pt x="7161" y="4711"/>
                    <a:pt x="7169" y="4714"/>
                  </a:cubicBezTo>
                  <a:cubicBezTo>
                    <a:pt x="7158" y="4745"/>
                    <a:pt x="7158" y="4745"/>
                    <a:pt x="7158" y="4745"/>
                  </a:cubicBezTo>
                  <a:cubicBezTo>
                    <a:pt x="7201" y="4755"/>
                    <a:pt x="7201" y="4755"/>
                    <a:pt x="7201" y="4755"/>
                  </a:cubicBezTo>
                  <a:cubicBezTo>
                    <a:pt x="7211" y="4757"/>
                    <a:pt x="7217" y="4762"/>
                    <a:pt x="7231" y="4776"/>
                  </a:cubicBezTo>
                  <a:cubicBezTo>
                    <a:pt x="7241" y="4786"/>
                    <a:pt x="7253" y="4798"/>
                    <a:pt x="7269" y="4807"/>
                  </a:cubicBezTo>
                  <a:cubicBezTo>
                    <a:pt x="7277" y="4816"/>
                    <a:pt x="7289" y="4821"/>
                    <a:pt x="7301" y="4821"/>
                  </a:cubicBezTo>
                  <a:cubicBezTo>
                    <a:pt x="7306" y="4821"/>
                    <a:pt x="7310" y="4821"/>
                    <a:pt x="7313" y="4820"/>
                  </a:cubicBezTo>
                  <a:cubicBezTo>
                    <a:pt x="7313" y="4820"/>
                    <a:pt x="7314" y="4821"/>
                    <a:pt x="7314" y="4822"/>
                  </a:cubicBezTo>
                  <a:cubicBezTo>
                    <a:pt x="7321" y="4834"/>
                    <a:pt x="7330" y="4850"/>
                    <a:pt x="7345" y="4863"/>
                  </a:cubicBezTo>
                  <a:cubicBezTo>
                    <a:pt x="7353" y="4892"/>
                    <a:pt x="7349" y="4925"/>
                    <a:pt x="7346" y="4958"/>
                  </a:cubicBezTo>
                  <a:cubicBezTo>
                    <a:pt x="7343" y="4980"/>
                    <a:pt x="7341" y="5002"/>
                    <a:pt x="7341" y="5024"/>
                  </a:cubicBezTo>
                  <a:cubicBezTo>
                    <a:pt x="7337" y="5033"/>
                    <a:pt x="7337" y="5033"/>
                    <a:pt x="7337" y="5033"/>
                  </a:cubicBezTo>
                  <a:cubicBezTo>
                    <a:pt x="7338" y="5038"/>
                    <a:pt x="7338" y="5038"/>
                    <a:pt x="7338" y="5038"/>
                  </a:cubicBezTo>
                  <a:cubicBezTo>
                    <a:pt x="7330" y="5052"/>
                    <a:pt x="7329" y="5067"/>
                    <a:pt x="7334" y="5084"/>
                  </a:cubicBezTo>
                  <a:cubicBezTo>
                    <a:pt x="7342" y="5118"/>
                    <a:pt x="7342" y="5118"/>
                    <a:pt x="7342" y="5118"/>
                  </a:cubicBezTo>
                  <a:cubicBezTo>
                    <a:pt x="7367" y="5114"/>
                    <a:pt x="7367" y="5114"/>
                    <a:pt x="7367" y="5114"/>
                  </a:cubicBezTo>
                  <a:cubicBezTo>
                    <a:pt x="7370" y="5117"/>
                    <a:pt x="7374" y="5119"/>
                    <a:pt x="7377" y="5121"/>
                  </a:cubicBezTo>
                  <a:cubicBezTo>
                    <a:pt x="7379" y="5144"/>
                    <a:pt x="7379" y="5144"/>
                    <a:pt x="7379" y="5144"/>
                  </a:cubicBezTo>
                  <a:cubicBezTo>
                    <a:pt x="7382" y="5176"/>
                    <a:pt x="7405" y="5190"/>
                    <a:pt x="7415" y="5196"/>
                  </a:cubicBezTo>
                  <a:cubicBezTo>
                    <a:pt x="7416" y="5196"/>
                    <a:pt x="7416" y="5196"/>
                    <a:pt x="7416" y="5196"/>
                  </a:cubicBezTo>
                  <a:cubicBezTo>
                    <a:pt x="7417" y="5198"/>
                    <a:pt x="7417" y="5198"/>
                    <a:pt x="7417" y="5198"/>
                  </a:cubicBezTo>
                  <a:cubicBezTo>
                    <a:pt x="7434" y="5240"/>
                    <a:pt x="7457" y="5299"/>
                    <a:pt x="7525" y="5314"/>
                  </a:cubicBezTo>
                  <a:cubicBezTo>
                    <a:pt x="7525" y="5316"/>
                    <a:pt x="7526" y="5319"/>
                    <a:pt x="7527" y="5321"/>
                  </a:cubicBezTo>
                  <a:cubicBezTo>
                    <a:pt x="7534" y="5341"/>
                    <a:pt x="7544" y="5352"/>
                    <a:pt x="7553" y="5359"/>
                  </a:cubicBezTo>
                  <a:cubicBezTo>
                    <a:pt x="7553" y="5361"/>
                    <a:pt x="7553" y="5361"/>
                    <a:pt x="7553" y="5361"/>
                  </a:cubicBezTo>
                  <a:cubicBezTo>
                    <a:pt x="7570" y="5374"/>
                    <a:pt x="7570" y="5374"/>
                    <a:pt x="7570" y="5374"/>
                  </a:cubicBezTo>
                  <a:cubicBezTo>
                    <a:pt x="7575" y="5377"/>
                    <a:pt x="7579" y="5380"/>
                    <a:pt x="7584" y="5382"/>
                  </a:cubicBezTo>
                  <a:cubicBezTo>
                    <a:pt x="7590" y="5412"/>
                    <a:pt x="7603" y="5434"/>
                    <a:pt x="7614" y="5453"/>
                  </a:cubicBezTo>
                  <a:cubicBezTo>
                    <a:pt x="7616" y="5456"/>
                    <a:pt x="7618" y="5460"/>
                    <a:pt x="7620" y="5463"/>
                  </a:cubicBezTo>
                  <a:cubicBezTo>
                    <a:pt x="7625" y="5471"/>
                    <a:pt x="7625" y="5471"/>
                    <a:pt x="7625" y="5471"/>
                  </a:cubicBezTo>
                  <a:cubicBezTo>
                    <a:pt x="7633" y="5476"/>
                    <a:pt x="7633" y="5476"/>
                    <a:pt x="7633" y="5476"/>
                  </a:cubicBezTo>
                  <a:cubicBezTo>
                    <a:pt x="7649" y="5487"/>
                    <a:pt x="7665" y="5489"/>
                    <a:pt x="7675" y="5489"/>
                  </a:cubicBezTo>
                  <a:cubicBezTo>
                    <a:pt x="7679" y="5489"/>
                    <a:pt x="7683" y="5488"/>
                    <a:pt x="7688" y="5488"/>
                  </a:cubicBezTo>
                  <a:cubicBezTo>
                    <a:pt x="7690" y="5488"/>
                    <a:pt x="7692" y="5488"/>
                    <a:pt x="7694" y="5488"/>
                  </a:cubicBezTo>
                  <a:cubicBezTo>
                    <a:pt x="7695" y="5488"/>
                    <a:pt x="7697" y="5488"/>
                    <a:pt x="7697" y="5488"/>
                  </a:cubicBezTo>
                  <a:cubicBezTo>
                    <a:pt x="7700" y="5489"/>
                    <a:pt x="7700" y="5489"/>
                    <a:pt x="7701" y="5489"/>
                  </a:cubicBezTo>
                  <a:cubicBezTo>
                    <a:pt x="7701" y="5490"/>
                    <a:pt x="7703" y="5493"/>
                    <a:pt x="7705" y="5497"/>
                  </a:cubicBezTo>
                  <a:cubicBezTo>
                    <a:pt x="7708" y="5502"/>
                    <a:pt x="7712" y="5508"/>
                    <a:pt x="7718" y="5515"/>
                  </a:cubicBezTo>
                  <a:cubicBezTo>
                    <a:pt x="7726" y="5525"/>
                    <a:pt x="7734" y="5535"/>
                    <a:pt x="7742" y="5545"/>
                  </a:cubicBezTo>
                  <a:cubicBezTo>
                    <a:pt x="7752" y="5558"/>
                    <a:pt x="7762" y="5569"/>
                    <a:pt x="7771" y="5582"/>
                  </a:cubicBezTo>
                  <a:cubicBezTo>
                    <a:pt x="7785" y="5600"/>
                    <a:pt x="7785" y="5600"/>
                    <a:pt x="7785" y="5600"/>
                  </a:cubicBezTo>
                  <a:cubicBezTo>
                    <a:pt x="7804" y="5598"/>
                    <a:pt x="7804" y="5598"/>
                    <a:pt x="7804" y="5598"/>
                  </a:cubicBezTo>
                  <a:cubicBezTo>
                    <a:pt x="7823" y="5639"/>
                    <a:pt x="7823" y="5639"/>
                    <a:pt x="7823" y="5639"/>
                  </a:cubicBezTo>
                  <a:cubicBezTo>
                    <a:pt x="7831" y="5636"/>
                    <a:pt x="7831" y="5636"/>
                    <a:pt x="7831" y="5636"/>
                  </a:cubicBezTo>
                  <a:cubicBezTo>
                    <a:pt x="7832" y="5636"/>
                    <a:pt x="7833" y="5636"/>
                    <a:pt x="7835" y="5635"/>
                  </a:cubicBezTo>
                  <a:cubicBezTo>
                    <a:pt x="7839" y="5634"/>
                    <a:pt x="7846" y="5633"/>
                    <a:pt x="7853" y="5630"/>
                  </a:cubicBezTo>
                  <a:cubicBezTo>
                    <a:pt x="7859" y="5631"/>
                    <a:pt x="7864" y="5632"/>
                    <a:pt x="7870" y="5632"/>
                  </a:cubicBezTo>
                  <a:cubicBezTo>
                    <a:pt x="7894" y="5632"/>
                    <a:pt x="7910" y="5619"/>
                    <a:pt x="7921" y="5611"/>
                  </a:cubicBezTo>
                  <a:cubicBezTo>
                    <a:pt x="7924" y="5609"/>
                    <a:pt x="7929" y="5604"/>
                    <a:pt x="7931" y="5604"/>
                  </a:cubicBezTo>
                  <a:cubicBezTo>
                    <a:pt x="7996" y="5615"/>
                    <a:pt x="7996" y="5615"/>
                    <a:pt x="7996" y="5615"/>
                  </a:cubicBezTo>
                  <a:cubicBezTo>
                    <a:pt x="7979" y="5561"/>
                    <a:pt x="7979" y="5561"/>
                    <a:pt x="7979" y="5561"/>
                  </a:cubicBezTo>
                  <a:cubicBezTo>
                    <a:pt x="7983" y="5554"/>
                    <a:pt x="7989" y="5543"/>
                    <a:pt x="7991" y="5528"/>
                  </a:cubicBezTo>
                  <a:cubicBezTo>
                    <a:pt x="7992" y="5514"/>
                    <a:pt x="7989" y="5501"/>
                    <a:pt x="7986" y="5491"/>
                  </a:cubicBezTo>
                  <a:cubicBezTo>
                    <a:pt x="7986" y="5489"/>
                    <a:pt x="7984" y="5484"/>
                    <a:pt x="7984" y="5482"/>
                  </a:cubicBezTo>
                  <a:cubicBezTo>
                    <a:pt x="7985" y="5480"/>
                    <a:pt x="7988" y="5474"/>
                    <a:pt x="7989" y="5472"/>
                  </a:cubicBezTo>
                  <a:cubicBezTo>
                    <a:pt x="7994" y="5463"/>
                    <a:pt x="8000" y="5452"/>
                    <a:pt x="8004" y="5439"/>
                  </a:cubicBezTo>
                  <a:cubicBezTo>
                    <a:pt x="8018" y="5375"/>
                    <a:pt x="8003" y="5243"/>
                    <a:pt x="7989" y="5202"/>
                  </a:cubicBezTo>
                  <a:cubicBezTo>
                    <a:pt x="7974" y="5157"/>
                    <a:pt x="7963" y="5132"/>
                    <a:pt x="7937" y="5114"/>
                  </a:cubicBezTo>
                  <a:cubicBezTo>
                    <a:pt x="7937" y="5113"/>
                    <a:pt x="7936" y="5094"/>
                    <a:pt x="7936" y="5094"/>
                  </a:cubicBezTo>
                  <a:cubicBezTo>
                    <a:pt x="7923" y="5083"/>
                    <a:pt x="7923" y="5083"/>
                    <a:pt x="7923" y="5083"/>
                  </a:cubicBezTo>
                  <a:cubicBezTo>
                    <a:pt x="7914" y="5075"/>
                    <a:pt x="7905" y="5056"/>
                    <a:pt x="7898" y="5039"/>
                  </a:cubicBezTo>
                  <a:cubicBezTo>
                    <a:pt x="7888" y="5018"/>
                    <a:pt x="7880" y="4999"/>
                    <a:pt x="7866" y="4985"/>
                  </a:cubicBezTo>
                  <a:cubicBezTo>
                    <a:pt x="7857" y="4975"/>
                    <a:pt x="7852" y="4967"/>
                    <a:pt x="7845" y="4957"/>
                  </a:cubicBezTo>
                  <a:cubicBezTo>
                    <a:pt x="7842" y="4952"/>
                    <a:pt x="7839" y="4948"/>
                    <a:pt x="7836" y="4943"/>
                  </a:cubicBezTo>
                  <a:cubicBezTo>
                    <a:pt x="7833" y="4938"/>
                    <a:pt x="7830" y="4933"/>
                    <a:pt x="7826" y="4928"/>
                  </a:cubicBezTo>
                  <a:cubicBezTo>
                    <a:pt x="7825" y="4926"/>
                    <a:pt x="7825" y="4926"/>
                    <a:pt x="7825" y="4926"/>
                  </a:cubicBezTo>
                  <a:cubicBezTo>
                    <a:pt x="7813" y="4908"/>
                    <a:pt x="7800" y="4889"/>
                    <a:pt x="7791" y="4872"/>
                  </a:cubicBezTo>
                  <a:cubicBezTo>
                    <a:pt x="7791" y="4871"/>
                    <a:pt x="7790" y="4870"/>
                    <a:pt x="7789" y="4869"/>
                  </a:cubicBezTo>
                  <a:cubicBezTo>
                    <a:pt x="7800" y="4861"/>
                    <a:pt x="7807" y="4850"/>
                    <a:pt x="7809" y="4837"/>
                  </a:cubicBezTo>
                  <a:cubicBezTo>
                    <a:pt x="7815" y="4798"/>
                    <a:pt x="7815" y="4798"/>
                    <a:pt x="7815" y="4798"/>
                  </a:cubicBezTo>
                  <a:cubicBezTo>
                    <a:pt x="7793" y="4794"/>
                    <a:pt x="7793" y="4794"/>
                    <a:pt x="7793" y="4794"/>
                  </a:cubicBezTo>
                  <a:cubicBezTo>
                    <a:pt x="7794" y="4791"/>
                    <a:pt x="7794" y="4791"/>
                    <a:pt x="7794" y="4791"/>
                  </a:cubicBezTo>
                  <a:cubicBezTo>
                    <a:pt x="7776" y="4774"/>
                    <a:pt x="7776" y="4774"/>
                    <a:pt x="7776" y="4774"/>
                  </a:cubicBezTo>
                  <a:cubicBezTo>
                    <a:pt x="7725" y="4727"/>
                    <a:pt x="7678" y="4656"/>
                    <a:pt x="7637" y="4565"/>
                  </a:cubicBezTo>
                  <a:cubicBezTo>
                    <a:pt x="7633" y="4556"/>
                    <a:pt x="7629" y="4547"/>
                    <a:pt x="7624" y="4538"/>
                  </a:cubicBezTo>
                  <a:cubicBezTo>
                    <a:pt x="7612" y="4513"/>
                    <a:pt x="7600" y="4490"/>
                    <a:pt x="7600" y="4467"/>
                  </a:cubicBezTo>
                  <a:cubicBezTo>
                    <a:pt x="7601" y="4438"/>
                    <a:pt x="7601" y="4438"/>
                    <a:pt x="7601" y="4438"/>
                  </a:cubicBezTo>
                  <a:cubicBezTo>
                    <a:pt x="7589" y="4434"/>
                    <a:pt x="7589" y="4434"/>
                    <a:pt x="7589" y="4434"/>
                  </a:cubicBezTo>
                  <a:cubicBezTo>
                    <a:pt x="7575" y="4406"/>
                    <a:pt x="7575" y="4406"/>
                    <a:pt x="7575" y="4406"/>
                  </a:cubicBezTo>
                  <a:cubicBezTo>
                    <a:pt x="7574" y="4400"/>
                    <a:pt x="7573" y="4396"/>
                    <a:pt x="7571" y="4392"/>
                  </a:cubicBezTo>
                  <a:cubicBezTo>
                    <a:pt x="7559" y="4359"/>
                    <a:pt x="7559" y="4359"/>
                    <a:pt x="7559" y="4359"/>
                  </a:cubicBezTo>
                  <a:cubicBezTo>
                    <a:pt x="7557" y="4360"/>
                    <a:pt x="7557" y="4360"/>
                    <a:pt x="7557" y="4360"/>
                  </a:cubicBezTo>
                  <a:cubicBezTo>
                    <a:pt x="7556" y="4356"/>
                    <a:pt x="7556" y="4352"/>
                    <a:pt x="7557" y="4346"/>
                  </a:cubicBezTo>
                  <a:cubicBezTo>
                    <a:pt x="7557" y="4340"/>
                    <a:pt x="7557" y="4335"/>
                    <a:pt x="7557" y="4328"/>
                  </a:cubicBezTo>
                  <a:cubicBezTo>
                    <a:pt x="7568" y="4321"/>
                    <a:pt x="7579" y="4307"/>
                    <a:pt x="7580" y="4279"/>
                  </a:cubicBezTo>
                  <a:cubicBezTo>
                    <a:pt x="7580" y="4277"/>
                    <a:pt x="7580" y="4277"/>
                    <a:pt x="7580" y="4277"/>
                  </a:cubicBezTo>
                  <a:cubicBezTo>
                    <a:pt x="7619" y="4267"/>
                    <a:pt x="7619" y="4267"/>
                    <a:pt x="7619" y="4267"/>
                  </a:cubicBezTo>
                  <a:cubicBezTo>
                    <a:pt x="7580" y="4222"/>
                    <a:pt x="7580" y="4222"/>
                    <a:pt x="7580" y="4222"/>
                  </a:cubicBezTo>
                  <a:cubicBezTo>
                    <a:pt x="7580" y="4219"/>
                    <a:pt x="7579" y="4216"/>
                    <a:pt x="7578" y="4212"/>
                  </a:cubicBezTo>
                  <a:cubicBezTo>
                    <a:pt x="7609" y="4222"/>
                    <a:pt x="7609" y="4222"/>
                    <a:pt x="7609" y="4222"/>
                  </a:cubicBezTo>
                  <a:cubicBezTo>
                    <a:pt x="7600" y="4158"/>
                    <a:pt x="7600" y="4158"/>
                    <a:pt x="7600" y="4158"/>
                  </a:cubicBezTo>
                  <a:cubicBezTo>
                    <a:pt x="7618" y="4147"/>
                    <a:pt x="7630" y="4127"/>
                    <a:pt x="7634" y="4102"/>
                  </a:cubicBezTo>
                  <a:cubicBezTo>
                    <a:pt x="7636" y="4089"/>
                    <a:pt x="7636" y="4089"/>
                    <a:pt x="7636" y="4089"/>
                  </a:cubicBezTo>
                  <a:cubicBezTo>
                    <a:pt x="7647" y="4084"/>
                    <a:pt x="7656" y="4073"/>
                    <a:pt x="7660" y="4059"/>
                  </a:cubicBezTo>
                  <a:cubicBezTo>
                    <a:pt x="7669" y="4026"/>
                    <a:pt x="7669" y="4026"/>
                    <a:pt x="7669" y="4026"/>
                  </a:cubicBezTo>
                  <a:cubicBezTo>
                    <a:pt x="7651" y="4019"/>
                    <a:pt x="7651" y="4019"/>
                    <a:pt x="7651" y="4019"/>
                  </a:cubicBezTo>
                  <a:cubicBezTo>
                    <a:pt x="7661" y="4006"/>
                    <a:pt x="7661" y="4006"/>
                    <a:pt x="7661" y="4006"/>
                  </a:cubicBezTo>
                  <a:cubicBezTo>
                    <a:pt x="7672" y="4006"/>
                    <a:pt x="7687" y="4005"/>
                    <a:pt x="7702" y="3999"/>
                  </a:cubicBezTo>
                  <a:cubicBezTo>
                    <a:pt x="7729" y="3989"/>
                    <a:pt x="7729" y="3989"/>
                    <a:pt x="7729" y="3989"/>
                  </a:cubicBezTo>
                  <a:cubicBezTo>
                    <a:pt x="7729" y="3979"/>
                    <a:pt x="7729" y="3979"/>
                    <a:pt x="7729" y="3979"/>
                  </a:cubicBezTo>
                  <a:cubicBezTo>
                    <a:pt x="7733" y="3977"/>
                    <a:pt x="7737" y="3974"/>
                    <a:pt x="7740" y="3971"/>
                  </a:cubicBezTo>
                  <a:cubicBezTo>
                    <a:pt x="7744" y="3970"/>
                    <a:pt x="7747" y="3967"/>
                    <a:pt x="7751" y="3965"/>
                  </a:cubicBezTo>
                  <a:cubicBezTo>
                    <a:pt x="7831" y="3999"/>
                    <a:pt x="7831" y="3999"/>
                    <a:pt x="7831" y="3999"/>
                  </a:cubicBezTo>
                  <a:cubicBezTo>
                    <a:pt x="7796" y="3926"/>
                    <a:pt x="7796" y="3926"/>
                    <a:pt x="7796" y="3926"/>
                  </a:cubicBezTo>
                  <a:cubicBezTo>
                    <a:pt x="7812" y="3925"/>
                    <a:pt x="7812" y="3925"/>
                    <a:pt x="7812" y="3925"/>
                  </a:cubicBezTo>
                  <a:cubicBezTo>
                    <a:pt x="7810" y="3897"/>
                    <a:pt x="7810" y="3897"/>
                    <a:pt x="7810" y="3897"/>
                  </a:cubicBezTo>
                  <a:cubicBezTo>
                    <a:pt x="7814" y="3893"/>
                    <a:pt x="7819" y="3889"/>
                    <a:pt x="7823" y="3882"/>
                  </a:cubicBezTo>
                  <a:cubicBezTo>
                    <a:pt x="7826" y="3877"/>
                    <a:pt x="7828" y="3872"/>
                    <a:pt x="7829" y="3867"/>
                  </a:cubicBezTo>
                  <a:cubicBezTo>
                    <a:pt x="7830" y="3867"/>
                    <a:pt x="7864" y="3867"/>
                    <a:pt x="7864" y="3867"/>
                  </a:cubicBezTo>
                  <a:cubicBezTo>
                    <a:pt x="7869" y="3833"/>
                    <a:pt x="7869" y="3833"/>
                    <a:pt x="7869" y="3833"/>
                  </a:cubicBezTo>
                  <a:cubicBezTo>
                    <a:pt x="7870" y="3831"/>
                    <a:pt x="7870" y="3830"/>
                    <a:pt x="7870" y="3828"/>
                  </a:cubicBezTo>
                  <a:cubicBezTo>
                    <a:pt x="7871" y="3827"/>
                    <a:pt x="7872" y="3825"/>
                    <a:pt x="7872" y="3824"/>
                  </a:cubicBezTo>
                  <a:cubicBezTo>
                    <a:pt x="7886" y="3815"/>
                    <a:pt x="7894" y="3801"/>
                    <a:pt x="7897" y="3784"/>
                  </a:cubicBezTo>
                  <a:cubicBezTo>
                    <a:pt x="7898" y="3771"/>
                    <a:pt x="7898" y="3771"/>
                    <a:pt x="7898" y="3771"/>
                  </a:cubicBezTo>
                  <a:cubicBezTo>
                    <a:pt x="7892" y="3760"/>
                    <a:pt x="7892" y="3760"/>
                    <a:pt x="7892" y="3760"/>
                  </a:cubicBezTo>
                  <a:cubicBezTo>
                    <a:pt x="7890" y="3756"/>
                    <a:pt x="7887" y="3753"/>
                    <a:pt x="7885" y="3750"/>
                  </a:cubicBezTo>
                  <a:cubicBezTo>
                    <a:pt x="7894" y="3746"/>
                    <a:pt x="7902" y="3739"/>
                    <a:pt x="7907" y="3729"/>
                  </a:cubicBezTo>
                  <a:cubicBezTo>
                    <a:pt x="7911" y="3720"/>
                    <a:pt x="7914" y="3709"/>
                    <a:pt x="7917" y="3699"/>
                  </a:cubicBezTo>
                  <a:cubicBezTo>
                    <a:pt x="7918" y="3695"/>
                    <a:pt x="7921" y="3687"/>
                    <a:pt x="7922" y="3683"/>
                  </a:cubicBezTo>
                  <a:cubicBezTo>
                    <a:pt x="7926" y="3678"/>
                    <a:pt x="7929" y="3673"/>
                    <a:pt x="7931" y="3667"/>
                  </a:cubicBezTo>
                  <a:cubicBezTo>
                    <a:pt x="7932" y="3666"/>
                    <a:pt x="7934" y="3665"/>
                    <a:pt x="7937" y="3664"/>
                  </a:cubicBezTo>
                  <a:cubicBezTo>
                    <a:pt x="7944" y="3659"/>
                    <a:pt x="7956" y="3652"/>
                    <a:pt x="7965" y="3639"/>
                  </a:cubicBezTo>
                  <a:cubicBezTo>
                    <a:pt x="7979" y="3633"/>
                    <a:pt x="7997" y="3629"/>
                    <a:pt x="8015" y="3626"/>
                  </a:cubicBezTo>
                  <a:cubicBezTo>
                    <a:pt x="8029" y="3623"/>
                    <a:pt x="8043" y="3620"/>
                    <a:pt x="8057" y="3616"/>
                  </a:cubicBezTo>
                  <a:cubicBezTo>
                    <a:pt x="8081" y="3609"/>
                    <a:pt x="8081" y="3609"/>
                    <a:pt x="8081" y="3609"/>
                  </a:cubicBezTo>
                  <a:cubicBezTo>
                    <a:pt x="8085" y="3584"/>
                    <a:pt x="8085" y="3584"/>
                    <a:pt x="8085" y="3584"/>
                  </a:cubicBezTo>
                  <a:cubicBezTo>
                    <a:pt x="8085" y="3582"/>
                    <a:pt x="8085" y="3581"/>
                    <a:pt x="8086" y="3579"/>
                  </a:cubicBezTo>
                  <a:cubicBezTo>
                    <a:pt x="8101" y="3583"/>
                    <a:pt x="8101" y="3583"/>
                    <a:pt x="8101" y="3583"/>
                  </a:cubicBezTo>
                  <a:cubicBezTo>
                    <a:pt x="8099" y="3529"/>
                    <a:pt x="8099" y="3529"/>
                    <a:pt x="8099" y="3529"/>
                  </a:cubicBezTo>
                  <a:cubicBezTo>
                    <a:pt x="8098" y="3512"/>
                    <a:pt x="8105" y="3502"/>
                    <a:pt x="8123" y="3481"/>
                  </a:cubicBezTo>
                  <a:cubicBezTo>
                    <a:pt x="8124" y="3480"/>
                    <a:pt x="8125" y="3479"/>
                    <a:pt x="8127" y="3477"/>
                  </a:cubicBezTo>
                  <a:cubicBezTo>
                    <a:pt x="8127" y="3479"/>
                    <a:pt x="8127" y="3479"/>
                    <a:pt x="8127" y="3479"/>
                  </a:cubicBezTo>
                  <a:cubicBezTo>
                    <a:pt x="8168" y="3437"/>
                    <a:pt x="8168" y="3437"/>
                    <a:pt x="8168" y="3437"/>
                  </a:cubicBezTo>
                  <a:cubicBezTo>
                    <a:pt x="8178" y="3427"/>
                    <a:pt x="8183" y="3416"/>
                    <a:pt x="8188" y="3408"/>
                  </a:cubicBezTo>
                  <a:cubicBezTo>
                    <a:pt x="8188" y="3408"/>
                    <a:pt x="8188" y="3407"/>
                    <a:pt x="8188" y="3407"/>
                  </a:cubicBezTo>
                  <a:cubicBezTo>
                    <a:pt x="8214" y="3403"/>
                    <a:pt x="8236" y="3394"/>
                    <a:pt x="8253" y="3379"/>
                  </a:cubicBezTo>
                  <a:cubicBezTo>
                    <a:pt x="8259" y="3381"/>
                    <a:pt x="8265" y="3382"/>
                    <a:pt x="8271" y="3382"/>
                  </a:cubicBezTo>
                  <a:cubicBezTo>
                    <a:pt x="8274" y="3382"/>
                    <a:pt x="8278" y="3382"/>
                    <a:pt x="8281" y="3381"/>
                  </a:cubicBezTo>
                  <a:cubicBezTo>
                    <a:pt x="8319" y="3375"/>
                    <a:pt x="8319" y="3375"/>
                    <a:pt x="8319" y="3375"/>
                  </a:cubicBezTo>
                  <a:cubicBezTo>
                    <a:pt x="8315" y="3343"/>
                    <a:pt x="8315" y="3343"/>
                    <a:pt x="8315" y="3343"/>
                  </a:cubicBezTo>
                  <a:cubicBezTo>
                    <a:pt x="8319" y="3336"/>
                    <a:pt x="8322" y="3326"/>
                    <a:pt x="8321" y="3312"/>
                  </a:cubicBezTo>
                  <a:cubicBezTo>
                    <a:pt x="8320" y="3304"/>
                    <a:pt x="8320" y="3304"/>
                    <a:pt x="8320" y="3304"/>
                  </a:cubicBezTo>
                  <a:cubicBezTo>
                    <a:pt x="8313" y="3289"/>
                    <a:pt x="8313" y="3289"/>
                    <a:pt x="8313" y="3289"/>
                  </a:cubicBezTo>
                  <a:cubicBezTo>
                    <a:pt x="8309" y="3272"/>
                    <a:pt x="8298" y="3259"/>
                    <a:pt x="8283" y="3254"/>
                  </a:cubicBezTo>
                  <a:cubicBezTo>
                    <a:pt x="8286" y="3248"/>
                    <a:pt x="8288" y="3242"/>
                    <a:pt x="8288" y="3235"/>
                  </a:cubicBezTo>
                  <a:cubicBezTo>
                    <a:pt x="8289" y="3235"/>
                    <a:pt x="8289" y="3235"/>
                    <a:pt x="8289" y="3235"/>
                  </a:cubicBezTo>
                  <a:cubicBezTo>
                    <a:pt x="8289" y="3234"/>
                    <a:pt x="8289" y="3234"/>
                    <a:pt x="8289" y="3234"/>
                  </a:cubicBezTo>
                  <a:cubicBezTo>
                    <a:pt x="8292" y="3234"/>
                    <a:pt x="8295" y="3234"/>
                    <a:pt x="8298" y="3233"/>
                  </a:cubicBezTo>
                  <a:cubicBezTo>
                    <a:pt x="8299" y="3233"/>
                    <a:pt x="8299" y="3233"/>
                    <a:pt x="8299" y="3233"/>
                  </a:cubicBezTo>
                  <a:cubicBezTo>
                    <a:pt x="8302" y="3233"/>
                    <a:pt x="8305" y="3233"/>
                    <a:pt x="8308" y="3233"/>
                  </a:cubicBezTo>
                  <a:cubicBezTo>
                    <a:pt x="8309" y="3233"/>
                    <a:pt x="8310" y="3233"/>
                    <a:pt x="8311" y="3233"/>
                  </a:cubicBezTo>
                  <a:cubicBezTo>
                    <a:pt x="8336" y="3236"/>
                    <a:pt x="8336" y="3236"/>
                    <a:pt x="8336" y="3236"/>
                  </a:cubicBezTo>
                  <a:cubicBezTo>
                    <a:pt x="8349" y="3214"/>
                    <a:pt x="8349" y="3214"/>
                    <a:pt x="8349" y="3214"/>
                  </a:cubicBezTo>
                  <a:cubicBezTo>
                    <a:pt x="8358" y="3200"/>
                    <a:pt x="8364" y="3182"/>
                    <a:pt x="8370" y="3166"/>
                  </a:cubicBezTo>
                  <a:cubicBezTo>
                    <a:pt x="8402" y="3166"/>
                    <a:pt x="8402" y="3166"/>
                    <a:pt x="8402" y="3166"/>
                  </a:cubicBezTo>
                  <a:cubicBezTo>
                    <a:pt x="8402" y="3126"/>
                    <a:pt x="8402" y="3126"/>
                    <a:pt x="8402" y="3126"/>
                  </a:cubicBezTo>
                  <a:cubicBezTo>
                    <a:pt x="8402" y="3107"/>
                    <a:pt x="8402" y="3067"/>
                    <a:pt x="8377" y="3042"/>
                  </a:cubicBezTo>
                  <a:cubicBezTo>
                    <a:pt x="8356" y="2998"/>
                    <a:pt x="8356" y="2998"/>
                    <a:pt x="8356" y="2998"/>
                  </a:cubicBezTo>
                  <a:cubicBezTo>
                    <a:pt x="8373" y="2979"/>
                    <a:pt x="8373" y="2979"/>
                    <a:pt x="8373" y="2979"/>
                  </a:cubicBezTo>
                  <a:cubicBezTo>
                    <a:pt x="8342" y="2969"/>
                    <a:pt x="8342" y="2969"/>
                    <a:pt x="8342" y="2969"/>
                  </a:cubicBezTo>
                  <a:cubicBezTo>
                    <a:pt x="8334" y="2953"/>
                    <a:pt x="8324" y="2936"/>
                    <a:pt x="8310" y="2923"/>
                  </a:cubicBezTo>
                  <a:cubicBezTo>
                    <a:pt x="8311" y="2920"/>
                    <a:pt x="8312" y="2917"/>
                    <a:pt x="8313" y="2914"/>
                  </a:cubicBezTo>
                  <a:cubicBezTo>
                    <a:pt x="8317" y="2900"/>
                    <a:pt x="8313" y="2886"/>
                    <a:pt x="8308" y="2871"/>
                  </a:cubicBezTo>
                  <a:cubicBezTo>
                    <a:pt x="8308" y="2871"/>
                    <a:pt x="8307" y="2868"/>
                    <a:pt x="8306" y="2867"/>
                  </a:cubicBezTo>
                  <a:cubicBezTo>
                    <a:pt x="8307" y="2846"/>
                    <a:pt x="8293" y="2832"/>
                    <a:pt x="8287" y="2826"/>
                  </a:cubicBezTo>
                  <a:cubicBezTo>
                    <a:pt x="8280" y="2820"/>
                    <a:pt x="8280" y="2820"/>
                    <a:pt x="8280" y="2820"/>
                  </a:cubicBezTo>
                  <a:cubicBezTo>
                    <a:pt x="8270" y="2818"/>
                    <a:pt x="8270" y="2818"/>
                    <a:pt x="8270" y="2818"/>
                  </a:cubicBezTo>
                  <a:cubicBezTo>
                    <a:pt x="8264" y="2816"/>
                    <a:pt x="8257" y="2816"/>
                    <a:pt x="8251" y="2816"/>
                  </a:cubicBezTo>
                  <a:cubicBezTo>
                    <a:pt x="8248" y="2816"/>
                    <a:pt x="8245" y="2816"/>
                    <a:pt x="8242" y="2816"/>
                  </a:cubicBezTo>
                  <a:cubicBezTo>
                    <a:pt x="8240" y="2806"/>
                    <a:pt x="8236" y="2799"/>
                    <a:pt x="8233" y="2794"/>
                  </a:cubicBezTo>
                  <a:cubicBezTo>
                    <a:pt x="8228" y="2788"/>
                    <a:pt x="8223" y="2783"/>
                    <a:pt x="8216" y="2778"/>
                  </a:cubicBezTo>
                  <a:cubicBezTo>
                    <a:pt x="8225" y="2776"/>
                    <a:pt x="8225" y="2776"/>
                    <a:pt x="8225" y="2776"/>
                  </a:cubicBezTo>
                  <a:cubicBezTo>
                    <a:pt x="8218" y="2762"/>
                    <a:pt x="8218" y="2762"/>
                    <a:pt x="8218" y="2762"/>
                  </a:cubicBezTo>
                  <a:cubicBezTo>
                    <a:pt x="8282" y="2762"/>
                    <a:pt x="8282" y="2762"/>
                    <a:pt x="8282" y="2762"/>
                  </a:cubicBezTo>
                  <a:cubicBezTo>
                    <a:pt x="8294" y="2744"/>
                    <a:pt x="8294" y="2744"/>
                    <a:pt x="8294" y="2744"/>
                  </a:cubicBezTo>
                  <a:cubicBezTo>
                    <a:pt x="8302" y="2733"/>
                    <a:pt x="8311" y="2722"/>
                    <a:pt x="8322" y="2711"/>
                  </a:cubicBezTo>
                  <a:cubicBezTo>
                    <a:pt x="8346" y="2685"/>
                    <a:pt x="8346" y="2685"/>
                    <a:pt x="8346" y="2685"/>
                  </a:cubicBezTo>
                  <a:cubicBezTo>
                    <a:pt x="8330" y="2662"/>
                    <a:pt x="8330" y="2662"/>
                    <a:pt x="8330" y="2662"/>
                  </a:cubicBezTo>
                  <a:cubicBezTo>
                    <a:pt x="8331" y="2659"/>
                    <a:pt x="8333" y="2653"/>
                    <a:pt x="8336" y="2644"/>
                  </a:cubicBezTo>
                  <a:cubicBezTo>
                    <a:pt x="8342" y="2630"/>
                    <a:pt x="8349" y="2613"/>
                    <a:pt x="8346" y="2594"/>
                  </a:cubicBezTo>
                  <a:cubicBezTo>
                    <a:pt x="8348" y="2587"/>
                    <a:pt x="8348" y="2587"/>
                    <a:pt x="8348" y="2587"/>
                  </a:cubicBezTo>
                  <a:cubicBezTo>
                    <a:pt x="8351" y="2567"/>
                    <a:pt x="8360" y="2551"/>
                    <a:pt x="8370" y="2532"/>
                  </a:cubicBezTo>
                  <a:cubicBezTo>
                    <a:pt x="8372" y="2527"/>
                    <a:pt x="8375" y="2523"/>
                    <a:pt x="8377" y="2518"/>
                  </a:cubicBezTo>
                  <a:cubicBezTo>
                    <a:pt x="8390" y="2494"/>
                    <a:pt x="8390" y="2494"/>
                    <a:pt x="8390" y="2494"/>
                  </a:cubicBezTo>
                  <a:cubicBezTo>
                    <a:pt x="8381" y="2483"/>
                    <a:pt x="8381" y="2483"/>
                    <a:pt x="8381" y="2483"/>
                  </a:cubicBezTo>
                  <a:cubicBezTo>
                    <a:pt x="8381" y="2479"/>
                    <a:pt x="8381" y="2479"/>
                    <a:pt x="8381" y="2479"/>
                  </a:cubicBezTo>
                  <a:cubicBezTo>
                    <a:pt x="8384" y="2460"/>
                    <a:pt x="8381" y="2444"/>
                    <a:pt x="8370" y="2432"/>
                  </a:cubicBezTo>
                  <a:cubicBezTo>
                    <a:pt x="8367" y="2428"/>
                    <a:pt x="8363" y="2425"/>
                    <a:pt x="8359" y="2422"/>
                  </a:cubicBezTo>
                  <a:cubicBezTo>
                    <a:pt x="8360" y="2419"/>
                    <a:pt x="8361" y="2415"/>
                    <a:pt x="8361" y="2411"/>
                  </a:cubicBezTo>
                  <a:cubicBezTo>
                    <a:pt x="8368" y="2363"/>
                    <a:pt x="8368" y="2363"/>
                    <a:pt x="8368" y="2363"/>
                  </a:cubicBezTo>
                  <a:cubicBezTo>
                    <a:pt x="8325" y="2365"/>
                    <a:pt x="8325" y="2365"/>
                    <a:pt x="8325" y="2365"/>
                  </a:cubicBezTo>
                  <a:cubicBezTo>
                    <a:pt x="8328" y="2351"/>
                    <a:pt x="8328" y="2351"/>
                    <a:pt x="8328" y="2351"/>
                  </a:cubicBezTo>
                  <a:cubicBezTo>
                    <a:pt x="8346" y="2351"/>
                    <a:pt x="8346" y="2351"/>
                    <a:pt x="8346" y="2351"/>
                  </a:cubicBezTo>
                  <a:cubicBezTo>
                    <a:pt x="8350" y="2354"/>
                    <a:pt x="8355" y="2356"/>
                    <a:pt x="8360" y="2357"/>
                  </a:cubicBezTo>
                  <a:cubicBezTo>
                    <a:pt x="8407" y="2368"/>
                    <a:pt x="8407" y="2368"/>
                    <a:pt x="8407" y="2368"/>
                  </a:cubicBezTo>
                  <a:cubicBezTo>
                    <a:pt x="8409" y="2319"/>
                    <a:pt x="8409" y="2319"/>
                    <a:pt x="8409" y="2319"/>
                  </a:cubicBezTo>
                  <a:cubicBezTo>
                    <a:pt x="8409" y="2310"/>
                    <a:pt x="8410" y="2305"/>
                    <a:pt x="8410" y="2300"/>
                  </a:cubicBezTo>
                  <a:cubicBezTo>
                    <a:pt x="8411" y="2294"/>
                    <a:pt x="8411" y="2289"/>
                    <a:pt x="8411" y="2284"/>
                  </a:cubicBezTo>
                  <a:cubicBezTo>
                    <a:pt x="8426" y="2268"/>
                    <a:pt x="8429" y="2248"/>
                    <a:pt x="8430" y="2237"/>
                  </a:cubicBezTo>
                  <a:cubicBezTo>
                    <a:pt x="8431" y="2234"/>
                    <a:pt x="8431" y="2231"/>
                    <a:pt x="8432" y="2229"/>
                  </a:cubicBezTo>
                  <a:cubicBezTo>
                    <a:pt x="8433" y="2228"/>
                    <a:pt x="8433" y="2227"/>
                    <a:pt x="8434" y="2227"/>
                  </a:cubicBezTo>
                  <a:cubicBezTo>
                    <a:pt x="8439" y="2223"/>
                    <a:pt x="8447" y="2217"/>
                    <a:pt x="8452" y="2207"/>
                  </a:cubicBezTo>
                  <a:cubicBezTo>
                    <a:pt x="8458" y="2195"/>
                    <a:pt x="8464" y="2177"/>
                    <a:pt x="8458" y="2157"/>
                  </a:cubicBezTo>
                  <a:cubicBezTo>
                    <a:pt x="8461" y="2142"/>
                    <a:pt x="8459" y="2127"/>
                    <a:pt x="8457" y="2116"/>
                  </a:cubicBezTo>
                  <a:cubicBezTo>
                    <a:pt x="8456" y="2109"/>
                    <a:pt x="8456" y="2102"/>
                    <a:pt x="8456" y="2097"/>
                  </a:cubicBezTo>
                  <a:cubicBezTo>
                    <a:pt x="8456" y="2092"/>
                    <a:pt x="8457" y="2085"/>
                    <a:pt x="8459" y="2077"/>
                  </a:cubicBezTo>
                  <a:cubicBezTo>
                    <a:pt x="8463" y="2054"/>
                    <a:pt x="8470" y="2021"/>
                    <a:pt x="8452" y="1991"/>
                  </a:cubicBezTo>
                  <a:cubicBezTo>
                    <a:pt x="8463" y="1987"/>
                    <a:pt x="8472" y="1981"/>
                    <a:pt x="8478" y="1976"/>
                  </a:cubicBezTo>
                  <a:cubicBezTo>
                    <a:pt x="8481" y="1974"/>
                    <a:pt x="8485" y="1971"/>
                    <a:pt x="8487" y="1970"/>
                  </a:cubicBezTo>
                  <a:cubicBezTo>
                    <a:pt x="8495" y="1966"/>
                    <a:pt x="8503" y="1963"/>
                    <a:pt x="8511" y="1960"/>
                  </a:cubicBezTo>
                  <a:cubicBezTo>
                    <a:pt x="8524" y="1954"/>
                    <a:pt x="8537" y="1949"/>
                    <a:pt x="8550" y="1942"/>
                  </a:cubicBezTo>
                  <a:cubicBezTo>
                    <a:pt x="8559" y="1937"/>
                    <a:pt x="8566" y="1929"/>
                    <a:pt x="8570" y="1923"/>
                  </a:cubicBezTo>
                  <a:cubicBezTo>
                    <a:pt x="8579" y="1923"/>
                    <a:pt x="8591" y="1922"/>
                    <a:pt x="8603" y="1915"/>
                  </a:cubicBezTo>
                  <a:cubicBezTo>
                    <a:pt x="8609" y="1912"/>
                    <a:pt x="8614" y="1907"/>
                    <a:pt x="8618" y="1901"/>
                  </a:cubicBezTo>
                  <a:cubicBezTo>
                    <a:pt x="8647" y="1898"/>
                    <a:pt x="8660" y="1884"/>
                    <a:pt x="8665" y="1871"/>
                  </a:cubicBezTo>
                  <a:cubicBezTo>
                    <a:pt x="8695" y="1866"/>
                    <a:pt x="8710" y="1846"/>
                    <a:pt x="8719" y="1834"/>
                  </a:cubicBezTo>
                  <a:cubicBezTo>
                    <a:pt x="8721" y="1833"/>
                    <a:pt x="8724" y="1829"/>
                    <a:pt x="8725" y="1827"/>
                  </a:cubicBezTo>
                  <a:cubicBezTo>
                    <a:pt x="8828" y="1773"/>
                    <a:pt x="8828" y="1773"/>
                    <a:pt x="8828" y="1773"/>
                  </a:cubicBezTo>
                  <a:cubicBezTo>
                    <a:pt x="8738" y="1758"/>
                    <a:pt x="8738" y="1758"/>
                    <a:pt x="8738" y="1758"/>
                  </a:cubicBezTo>
                  <a:cubicBezTo>
                    <a:pt x="8739" y="1756"/>
                    <a:pt x="8739" y="1756"/>
                    <a:pt x="8739" y="1756"/>
                  </a:cubicBezTo>
                  <a:cubicBezTo>
                    <a:pt x="8754" y="1758"/>
                    <a:pt x="8754" y="1758"/>
                    <a:pt x="8754" y="1758"/>
                  </a:cubicBezTo>
                  <a:cubicBezTo>
                    <a:pt x="8754" y="1740"/>
                    <a:pt x="8754" y="1740"/>
                    <a:pt x="8754" y="1740"/>
                  </a:cubicBezTo>
                  <a:cubicBezTo>
                    <a:pt x="8755" y="1739"/>
                    <a:pt x="8755" y="1739"/>
                    <a:pt x="8755" y="1739"/>
                  </a:cubicBezTo>
                  <a:cubicBezTo>
                    <a:pt x="8762" y="1732"/>
                    <a:pt x="8773" y="1726"/>
                    <a:pt x="8783" y="1721"/>
                  </a:cubicBezTo>
                  <a:cubicBezTo>
                    <a:pt x="8804" y="1711"/>
                    <a:pt x="8804" y="1711"/>
                    <a:pt x="8804" y="1711"/>
                  </a:cubicBezTo>
                  <a:cubicBezTo>
                    <a:pt x="8806" y="1691"/>
                    <a:pt x="8806" y="1691"/>
                    <a:pt x="8806" y="1691"/>
                  </a:cubicBezTo>
                  <a:cubicBezTo>
                    <a:pt x="8891" y="1698"/>
                    <a:pt x="8891" y="1698"/>
                    <a:pt x="8891" y="1698"/>
                  </a:cubicBezTo>
                  <a:cubicBezTo>
                    <a:pt x="8893" y="1698"/>
                    <a:pt x="8895" y="1698"/>
                    <a:pt x="8897" y="1698"/>
                  </a:cubicBezTo>
                  <a:cubicBezTo>
                    <a:pt x="8919" y="1698"/>
                    <a:pt x="8933" y="1688"/>
                    <a:pt x="8940" y="1680"/>
                  </a:cubicBezTo>
                  <a:cubicBezTo>
                    <a:pt x="8947" y="1672"/>
                    <a:pt x="8956" y="1658"/>
                    <a:pt x="8954" y="1634"/>
                  </a:cubicBezTo>
                  <a:cubicBezTo>
                    <a:pt x="8953" y="1617"/>
                    <a:pt x="8953" y="1617"/>
                    <a:pt x="8953" y="1617"/>
                  </a:cubicBezTo>
                  <a:cubicBezTo>
                    <a:pt x="8953" y="1616"/>
                    <a:pt x="8954" y="1615"/>
                    <a:pt x="8954" y="1614"/>
                  </a:cubicBezTo>
                  <a:cubicBezTo>
                    <a:pt x="8984" y="1606"/>
                    <a:pt x="9013" y="1588"/>
                    <a:pt x="9030" y="1567"/>
                  </a:cubicBezTo>
                  <a:cubicBezTo>
                    <a:pt x="9055" y="1536"/>
                    <a:pt x="9055" y="1536"/>
                    <a:pt x="9055" y="1536"/>
                  </a:cubicBezTo>
                  <a:cubicBezTo>
                    <a:pt x="8988" y="1483"/>
                    <a:pt x="8988" y="1483"/>
                    <a:pt x="8988" y="1483"/>
                  </a:cubicBezTo>
                  <a:cubicBezTo>
                    <a:pt x="8935" y="1522"/>
                    <a:pt x="8935" y="1522"/>
                    <a:pt x="8935" y="1522"/>
                  </a:cubicBezTo>
                  <a:cubicBezTo>
                    <a:pt x="8933" y="1522"/>
                    <a:pt x="8930" y="1521"/>
                    <a:pt x="8928" y="1521"/>
                  </a:cubicBezTo>
                  <a:cubicBezTo>
                    <a:pt x="8926" y="1521"/>
                    <a:pt x="8924" y="1522"/>
                    <a:pt x="8922" y="1522"/>
                  </a:cubicBezTo>
                  <a:cubicBezTo>
                    <a:pt x="8917" y="1515"/>
                    <a:pt x="8910" y="1505"/>
                    <a:pt x="8900" y="1498"/>
                  </a:cubicBezTo>
                  <a:cubicBezTo>
                    <a:pt x="8894" y="1474"/>
                    <a:pt x="8877" y="1462"/>
                    <a:pt x="8870" y="1456"/>
                  </a:cubicBezTo>
                  <a:cubicBezTo>
                    <a:pt x="8869" y="1455"/>
                    <a:pt x="8868" y="1455"/>
                    <a:pt x="8867" y="1454"/>
                  </a:cubicBezTo>
                  <a:cubicBezTo>
                    <a:pt x="8856" y="1435"/>
                    <a:pt x="8856" y="1435"/>
                    <a:pt x="8856" y="1435"/>
                  </a:cubicBezTo>
                  <a:cubicBezTo>
                    <a:pt x="8836" y="1436"/>
                    <a:pt x="8836" y="1436"/>
                    <a:pt x="8836" y="1436"/>
                  </a:cubicBezTo>
                  <a:cubicBezTo>
                    <a:pt x="8843" y="1426"/>
                    <a:pt x="8850" y="1419"/>
                    <a:pt x="8857" y="1414"/>
                  </a:cubicBezTo>
                  <a:cubicBezTo>
                    <a:pt x="8865" y="1409"/>
                    <a:pt x="8865" y="1409"/>
                    <a:pt x="8865" y="1409"/>
                  </a:cubicBezTo>
                  <a:cubicBezTo>
                    <a:pt x="8829" y="1353"/>
                    <a:pt x="8829" y="1353"/>
                    <a:pt x="8829" y="1353"/>
                  </a:cubicBezTo>
                  <a:cubicBezTo>
                    <a:pt x="8830" y="1352"/>
                    <a:pt x="8830" y="1352"/>
                    <a:pt x="8830" y="1352"/>
                  </a:cubicBezTo>
                  <a:cubicBezTo>
                    <a:pt x="8829" y="1351"/>
                    <a:pt x="8827" y="1347"/>
                    <a:pt x="8825" y="1345"/>
                  </a:cubicBezTo>
                  <a:cubicBezTo>
                    <a:pt x="8825" y="1344"/>
                    <a:pt x="8825" y="1344"/>
                    <a:pt x="8825" y="1344"/>
                  </a:cubicBezTo>
                  <a:cubicBezTo>
                    <a:pt x="8829" y="1328"/>
                    <a:pt x="8829" y="1314"/>
                    <a:pt x="8826" y="1300"/>
                  </a:cubicBezTo>
                  <a:cubicBezTo>
                    <a:pt x="8837" y="1284"/>
                    <a:pt x="8836" y="1266"/>
                    <a:pt x="8836" y="1255"/>
                  </a:cubicBezTo>
                  <a:cubicBezTo>
                    <a:pt x="8835" y="1250"/>
                    <a:pt x="8835" y="1246"/>
                    <a:pt x="8835" y="1242"/>
                  </a:cubicBezTo>
                  <a:cubicBezTo>
                    <a:pt x="8836" y="1241"/>
                    <a:pt x="8836" y="1241"/>
                    <a:pt x="8836" y="1241"/>
                  </a:cubicBezTo>
                  <a:cubicBezTo>
                    <a:pt x="8843" y="1234"/>
                    <a:pt x="8853" y="1224"/>
                    <a:pt x="8857" y="1207"/>
                  </a:cubicBezTo>
                  <a:cubicBezTo>
                    <a:pt x="8860" y="1198"/>
                    <a:pt x="8859" y="1188"/>
                    <a:pt x="8856" y="1179"/>
                  </a:cubicBezTo>
                  <a:cubicBezTo>
                    <a:pt x="8860" y="1173"/>
                    <a:pt x="8863" y="1166"/>
                    <a:pt x="8864" y="1159"/>
                  </a:cubicBezTo>
                  <a:cubicBezTo>
                    <a:pt x="8866" y="1152"/>
                    <a:pt x="8866" y="1144"/>
                    <a:pt x="8865" y="1138"/>
                  </a:cubicBezTo>
                  <a:cubicBezTo>
                    <a:pt x="8872" y="1137"/>
                    <a:pt x="8878" y="1136"/>
                    <a:pt x="8884" y="1133"/>
                  </a:cubicBezTo>
                  <a:cubicBezTo>
                    <a:pt x="8895" y="1127"/>
                    <a:pt x="8895" y="1127"/>
                    <a:pt x="8895" y="1127"/>
                  </a:cubicBezTo>
                  <a:cubicBezTo>
                    <a:pt x="8901" y="1116"/>
                    <a:pt x="8901" y="1116"/>
                    <a:pt x="8901" y="1116"/>
                  </a:cubicBezTo>
                  <a:cubicBezTo>
                    <a:pt x="8904" y="1110"/>
                    <a:pt x="8907" y="1103"/>
                    <a:pt x="8908" y="1096"/>
                  </a:cubicBezTo>
                  <a:cubicBezTo>
                    <a:pt x="8922" y="1096"/>
                    <a:pt x="8922" y="1096"/>
                    <a:pt x="8922" y="1096"/>
                  </a:cubicBezTo>
                  <a:cubicBezTo>
                    <a:pt x="8931" y="1096"/>
                    <a:pt x="8953" y="1093"/>
                    <a:pt x="8964" y="1063"/>
                  </a:cubicBezTo>
                  <a:cubicBezTo>
                    <a:pt x="8964" y="1061"/>
                    <a:pt x="8964" y="1061"/>
                    <a:pt x="8964" y="1061"/>
                  </a:cubicBezTo>
                  <a:cubicBezTo>
                    <a:pt x="8975" y="1060"/>
                    <a:pt x="8989" y="1056"/>
                    <a:pt x="9001" y="1045"/>
                  </a:cubicBezTo>
                  <a:cubicBezTo>
                    <a:pt x="9018" y="1029"/>
                    <a:pt x="9018" y="1029"/>
                    <a:pt x="9018" y="1029"/>
                  </a:cubicBezTo>
                  <a:cubicBezTo>
                    <a:pt x="9012" y="1007"/>
                    <a:pt x="9012" y="1007"/>
                    <a:pt x="9012" y="1007"/>
                  </a:cubicBezTo>
                  <a:cubicBezTo>
                    <a:pt x="9010" y="999"/>
                    <a:pt x="9012" y="990"/>
                    <a:pt x="9015" y="978"/>
                  </a:cubicBezTo>
                  <a:cubicBezTo>
                    <a:pt x="9015" y="975"/>
                    <a:pt x="9016" y="973"/>
                    <a:pt x="9017" y="969"/>
                  </a:cubicBezTo>
                  <a:cubicBezTo>
                    <a:pt x="9021" y="970"/>
                    <a:pt x="9025" y="971"/>
                    <a:pt x="9029" y="971"/>
                  </a:cubicBezTo>
                  <a:cubicBezTo>
                    <a:pt x="9036" y="971"/>
                    <a:pt x="9044" y="969"/>
                    <a:pt x="9052" y="967"/>
                  </a:cubicBezTo>
                  <a:cubicBezTo>
                    <a:pt x="9081" y="958"/>
                    <a:pt x="9081" y="958"/>
                    <a:pt x="9081" y="958"/>
                  </a:cubicBezTo>
                  <a:cubicBezTo>
                    <a:pt x="9081" y="957"/>
                    <a:pt x="9081" y="957"/>
                    <a:pt x="9081" y="957"/>
                  </a:cubicBezTo>
                  <a:cubicBezTo>
                    <a:pt x="9101" y="954"/>
                    <a:pt x="9119" y="943"/>
                    <a:pt x="9128" y="926"/>
                  </a:cubicBezTo>
                  <a:cubicBezTo>
                    <a:pt x="9195" y="961"/>
                    <a:pt x="9195" y="961"/>
                    <a:pt x="9195" y="961"/>
                  </a:cubicBezTo>
                  <a:cubicBezTo>
                    <a:pt x="9160" y="880"/>
                    <a:pt x="9160" y="880"/>
                    <a:pt x="9160" y="880"/>
                  </a:cubicBezTo>
                  <a:cubicBezTo>
                    <a:pt x="9161" y="879"/>
                    <a:pt x="9162" y="878"/>
                    <a:pt x="9163" y="877"/>
                  </a:cubicBezTo>
                  <a:cubicBezTo>
                    <a:pt x="9163" y="877"/>
                    <a:pt x="9163" y="877"/>
                    <a:pt x="9163" y="877"/>
                  </a:cubicBezTo>
                  <a:cubicBezTo>
                    <a:pt x="9177" y="867"/>
                    <a:pt x="9177" y="867"/>
                    <a:pt x="9177" y="867"/>
                  </a:cubicBezTo>
                  <a:cubicBezTo>
                    <a:pt x="9193" y="857"/>
                    <a:pt x="9207" y="843"/>
                    <a:pt x="9217" y="825"/>
                  </a:cubicBezTo>
                  <a:cubicBezTo>
                    <a:pt x="9232" y="823"/>
                    <a:pt x="9246" y="815"/>
                    <a:pt x="9257" y="803"/>
                  </a:cubicBezTo>
                  <a:cubicBezTo>
                    <a:pt x="9266" y="808"/>
                    <a:pt x="9275" y="811"/>
                    <a:pt x="9284" y="811"/>
                  </a:cubicBezTo>
                  <a:cubicBezTo>
                    <a:pt x="9301" y="811"/>
                    <a:pt x="9317" y="802"/>
                    <a:pt x="9325" y="786"/>
                  </a:cubicBezTo>
                  <a:cubicBezTo>
                    <a:pt x="9335" y="770"/>
                    <a:pt x="9335" y="748"/>
                    <a:pt x="9326" y="732"/>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10" name="City 1">
              <a:extLst>
                <a:ext uri="{FF2B5EF4-FFF2-40B4-BE49-F238E27FC236}">
                  <a16:creationId xmlns:a16="http://schemas.microsoft.com/office/drawing/2014/main" id="{E85D7781-BA2D-46C0-8C1E-FEA7463B9BB0}"/>
                </a:ext>
                <a:ext uri="{C183D7F6-B498-43B3-948B-1728B52AA6E4}">
                  <adec:decorative xmlns:adec="http://schemas.microsoft.com/office/drawing/2017/decorative" val="1"/>
                </a:ext>
              </a:extLst>
            </p:cNvPr>
            <p:cNvGrpSpPr/>
            <p:nvPr/>
          </p:nvGrpSpPr>
          <p:grpSpPr>
            <a:xfrm>
              <a:off x="7001218" y="2694320"/>
              <a:ext cx="1002849" cy="841303"/>
              <a:chOff x="6116187" y="2858431"/>
              <a:chExt cx="1458686" cy="1223712"/>
            </a:xfrm>
          </p:grpSpPr>
          <p:sp>
            <p:nvSpPr>
              <p:cNvPr id="8" name="Location graphic">
                <a:extLst>
                  <a:ext uri="{FF2B5EF4-FFF2-40B4-BE49-F238E27FC236}">
                    <a16:creationId xmlns:a16="http://schemas.microsoft.com/office/drawing/2014/main" id="{E1EF994A-AACD-4671-9E7C-835A9C8992B0}"/>
                  </a:ext>
                  <a:ext uri="{C183D7F6-B498-43B3-948B-1728B52AA6E4}">
                    <adec:decorative xmlns:adec="http://schemas.microsoft.com/office/drawing/2017/decorative" val="1"/>
                  </a:ext>
                </a:extLst>
              </p:cNvPr>
              <p:cNvSpPr>
                <a:spLocks noChangeAspect="1" noEditPoints="1"/>
              </p:cNvSpPr>
              <p:nvPr/>
            </p:nvSpPr>
            <p:spPr bwMode="auto">
              <a:xfrm>
                <a:off x="6567341" y="2858431"/>
                <a:ext cx="556378" cy="763038"/>
              </a:xfrm>
              <a:custGeom>
                <a:avLst/>
                <a:gdLst>
                  <a:gd name="T0" fmla="*/ 6339 w 6465"/>
                  <a:gd name="T1" fmla="*/ 2580 h 9461"/>
                  <a:gd name="T2" fmla="*/ 5341 w 6465"/>
                  <a:gd name="T3" fmla="*/ 790 h 9461"/>
                  <a:gd name="T4" fmla="*/ 3445 w 6465"/>
                  <a:gd name="T5" fmla="*/ 5 h 9461"/>
                  <a:gd name="T6" fmla="*/ 3238 w 6465"/>
                  <a:gd name="T7" fmla="*/ 0 h 9461"/>
                  <a:gd name="T8" fmla="*/ 3238 w 6465"/>
                  <a:gd name="T9" fmla="*/ 0 h 9461"/>
                  <a:gd name="T10" fmla="*/ 878 w 6465"/>
                  <a:gd name="T11" fmla="*/ 1088 h 9461"/>
                  <a:gd name="T12" fmla="*/ 167 w 6465"/>
                  <a:gd name="T13" fmla="*/ 3698 h 9461"/>
                  <a:gd name="T14" fmla="*/ 574 w 6465"/>
                  <a:gd name="T15" fmla="*/ 4790 h 9461"/>
                  <a:gd name="T16" fmla="*/ 2060 w 6465"/>
                  <a:gd name="T17" fmla="*/ 7456 h 9461"/>
                  <a:gd name="T18" fmla="*/ 2312 w 6465"/>
                  <a:gd name="T19" fmla="*/ 7905 h 9461"/>
                  <a:gd name="T20" fmla="*/ 2491 w 6465"/>
                  <a:gd name="T21" fmla="*/ 8220 h 9461"/>
                  <a:gd name="T22" fmla="*/ 2574 w 6465"/>
                  <a:gd name="T23" fmla="*/ 8363 h 9461"/>
                  <a:gd name="T24" fmla="*/ 3208 w 6465"/>
                  <a:gd name="T25" fmla="*/ 9461 h 9461"/>
                  <a:gd name="T26" fmla="*/ 3238 w 6465"/>
                  <a:gd name="T27" fmla="*/ 9415 h 9461"/>
                  <a:gd name="T28" fmla="*/ 3238 w 6465"/>
                  <a:gd name="T29" fmla="*/ 9415 h 9461"/>
                  <a:gd name="T30" fmla="*/ 3900 w 6465"/>
                  <a:gd name="T31" fmla="*/ 8399 h 9461"/>
                  <a:gd name="T32" fmla="*/ 3908 w 6465"/>
                  <a:gd name="T33" fmla="*/ 8387 h 9461"/>
                  <a:gd name="T34" fmla="*/ 3959 w 6465"/>
                  <a:gd name="T35" fmla="*/ 8306 h 9461"/>
                  <a:gd name="T36" fmla="*/ 4254 w 6465"/>
                  <a:gd name="T37" fmla="*/ 7794 h 9461"/>
                  <a:gd name="T38" fmla="*/ 4946 w 6465"/>
                  <a:gd name="T39" fmla="*/ 6581 h 9461"/>
                  <a:gd name="T40" fmla="*/ 6040 w 6465"/>
                  <a:gd name="T41" fmla="*/ 4575 h 9461"/>
                  <a:gd name="T42" fmla="*/ 6339 w 6465"/>
                  <a:gd name="T43" fmla="*/ 2580 h 9461"/>
                  <a:gd name="T44" fmla="*/ 4664 w 6465"/>
                  <a:gd name="T45" fmla="*/ 3849 h 9461"/>
                  <a:gd name="T46" fmla="*/ 3587 w 6465"/>
                  <a:gd name="T47" fmla="*/ 5823 h 9461"/>
                  <a:gd name="T48" fmla="*/ 3257 w 6465"/>
                  <a:gd name="T49" fmla="*/ 6407 h 9461"/>
                  <a:gd name="T50" fmla="*/ 3238 w 6465"/>
                  <a:gd name="T51" fmla="*/ 6373 h 9461"/>
                  <a:gd name="T52" fmla="*/ 3238 w 6465"/>
                  <a:gd name="T53" fmla="*/ 6373 h 9461"/>
                  <a:gd name="T54" fmla="*/ 1935 w 6465"/>
                  <a:gd name="T55" fmla="*/ 4035 h 9461"/>
                  <a:gd name="T56" fmla="*/ 1701 w 6465"/>
                  <a:gd name="T57" fmla="*/ 3437 h 9461"/>
                  <a:gd name="T58" fmla="*/ 2054 w 6465"/>
                  <a:gd name="T59" fmla="*/ 2106 h 9461"/>
                  <a:gd name="T60" fmla="*/ 3238 w 6465"/>
                  <a:gd name="T61" fmla="*/ 1556 h 9461"/>
                  <a:gd name="T62" fmla="*/ 3238 w 6465"/>
                  <a:gd name="T63" fmla="*/ 1556 h 9461"/>
                  <a:gd name="T64" fmla="*/ 3245 w 6465"/>
                  <a:gd name="T65" fmla="*/ 1556 h 9461"/>
                  <a:gd name="T66" fmla="*/ 3361 w 6465"/>
                  <a:gd name="T67" fmla="*/ 1559 h 9461"/>
                  <a:gd name="T68" fmla="*/ 4807 w 6465"/>
                  <a:gd name="T69" fmla="*/ 2851 h 9461"/>
                  <a:gd name="T70" fmla="*/ 4664 w 6465"/>
                  <a:gd name="T71" fmla="*/ 3849 h 9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65" h="9461">
                    <a:moveTo>
                      <a:pt x="6339" y="2580"/>
                    </a:moveTo>
                    <a:cubicBezTo>
                      <a:pt x="6217" y="1892"/>
                      <a:pt x="5863" y="1257"/>
                      <a:pt x="5341" y="790"/>
                    </a:cubicBezTo>
                    <a:cubicBezTo>
                      <a:pt x="4816" y="322"/>
                      <a:pt x="4143" y="43"/>
                      <a:pt x="3445" y="5"/>
                    </a:cubicBezTo>
                    <a:cubicBezTo>
                      <a:pt x="3375" y="1"/>
                      <a:pt x="3306" y="0"/>
                      <a:pt x="3238" y="0"/>
                    </a:cubicBezTo>
                    <a:cubicBezTo>
                      <a:pt x="3238" y="0"/>
                      <a:pt x="3238" y="0"/>
                      <a:pt x="3238" y="0"/>
                    </a:cubicBezTo>
                    <a:cubicBezTo>
                      <a:pt x="2306" y="3"/>
                      <a:pt x="1494" y="376"/>
                      <a:pt x="878" y="1088"/>
                    </a:cubicBezTo>
                    <a:cubicBezTo>
                      <a:pt x="246" y="1817"/>
                      <a:pt x="0" y="2720"/>
                      <a:pt x="167" y="3698"/>
                    </a:cubicBezTo>
                    <a:cubicBezTo>
                      <a:pt x="226" y="4049"/>
                      <a:pt x="356" y="4396"/>
                      <a:pt x="574" y="4790"/>
                    </a:cubicBezTo>
                    <a:cubicBezTo>
                      <a:pt x="1068" y="5680"/>
                      <a:pt x="1573" y="6583"/>
                      <a:pt x="2060" y="7456"/>
                    </a:cubicBezTo>
                    <a:cubicBezTo>
                      <a:pt x="2312" y="7905"/>
                      <a:pt x="2312" y="7905"/>
                      <a:pt x="2312" y="7905"/>
                    </a:cubicBezTo>
                    <a:cubicBezTo>
                      <a:pt x="2371" y="8012"/>
                      <a:pt x="2432" y="8118"/>
                      <a:pt x="2491" y="8220"/>
                    </a:cubicBezTo>
                    <a:cubicBezTo>
                      <a:pt x="2519" y="8267"/>
                      <a:pt x="2547" y="8314"/>
                      <a:pt x="2574" y="8363"/>
                    </a:cubicBezTo>
                    <a:cubicBezTo>
                      <a:pt x="3208" y="9461"/>
                      <a:pt x="3208" y="9461"/>
                      <a:pt x="3208" y="9461"/>
                    </a:cubicBezTo>
                    <a:cubicBezTo>
                      <a:pt x="3238" y="9415"/>
                      <a:pt x="3238" y="9415"/>
                      <a:pt x="3238" y="9415"/>
                    </a:cubicBezTo>
                    <a:cubicBezTo>
                      <a:pt x="3238" y="9415"/>
                      <a:pt x="3238" y="9415"/>
                      <a:pt x="3238" y="9415"/>
                    </a:cubicBezTo>
                    <a:cubicBezTo>
                      <a:pt x="3900" y="8399"/>
                      <a:pt x="3900" y="8399"/>
                      <a:pt x="3900" y="8399"/>
                    </a:cubicBezTo>
                    <a:cubicBezTo>
                      <a:pt x="3908" y="8387"/>
                      <a:pt x="3908" y="8387"/>
                      <a:pt x="3908" y="8387"/>
                    </a:cubicBezTo>
                    <a:cubicBezTo>
                      <a:pt x="3921" y="8368"/>
                      <a:pt x="3939" y="8341"/>
                      <a:pt x="3959" y="8306"/>
                    </a:cubicBezTo>
                    <a:cubicBezTo>
                      <a:pt x="4057" y="8135"/>
                      <a:pt x="4156" y="7964"/>
                      <a:pt x="4254" y="7794"/>
                    </a:cubicBezTo>
                    <a:cubicBezTo>
                      <a:pt x="4482" y="7398"/>
                      <a:pt x="4719" y="6989"/>
                      <a:pt x="4946" y="6581"/>
                    </a:cubicBezTo>
                    <a:cubicBezTo>
                      <a:pt x="5384" y="5796"/>
                      <a:pt x="5731" y="5159"/>
                      <a:pt x="6040" y="4575"/>
                    </a:cubicBezTo>
                    <a:cubicBezTo>
                      <a:pt x="6364" y="3960"/>
                      <a:pt x="6465" y="3289"/>
                      <a:pt x="6339" y="2580"/>
                    </a:cubicBezTo>
                    <a:close/>
                    <a:moveTo>
                      <a:pt x="4664" y="3849"/>
                    </a:moveTo>
                    <a:cubicBezTo>
                      <a:pt x="4361" y="4421"/>
                      <a:pt x="4019" y="5049"/>
                      <a:pt x="3587" y="5823"/>
                    </a:cubicBezTo>
                    <a:cubicBezTo>
                      <a:pt x="3479" y="6017"/>
                      <a:pt x="3368" y="6213"/>
                      <a:pt x="3257" y="6407"/>
                    </a:cubicBezTo>
                    <a:cubicBezTo>
                      <a:pt x="3250" y="6396"/>
                      <a:pt x="3244" y="6385"/>
                      <a:pt x="3238" y="6373"/>
                    </a:cubicBezTo>
                    <a:cubicBezTo>
                      <a:pt x="3238" y="6373"/>
                      <a:pt x="3238" y="6373"/>
                      <a:pt x="3238" y="6373"/>
                    </a:cubicBezTo>
                    <a:cubicBezTo>
                      <a:pt x="2807" y="5603"/>
                      <a:pt x="2367" y="4813"/>
                      <a:pt x="1935" y="4035"/>
                    </a:cubicBezTo>
                    <a:cubicBezTo>
                      <a:pt x="1803" y="3797"/>
                      <a:pt x="1730" y="3612"/>
                      <a:pt x="1701" y="3437"/>
                    </a:cubicBezTo>
                    <a:cubicBezTo>
                      <a:pt x="1611" y="2911"/>
                      <a:pt x="1724" y="2488"/>
                      <a:pt x="2054" y="2106"/>
                    </a:cubicBezTo>
                    <a:cubicBezTo>
                      <a:pt x="2376" y="1734"/>
                      <a:pt x="2755" y="1558"/>
                      <a:pt x="3238" y="1556"/>
                    </a:cubicBezTo>
                    <a:cubicBezTo>
                      <a:pt x="3238" y="1556"/>
                      <a:pt x="3238" y="1556"/>
                      <a:pt x="3238" y="1556"/>
                    </a:cubicBezTo>
                    <a:cubicBezTo>
                      <a:pt x="3240" y="1556"/>
                      <a:pt x="3243" y="1556"/>
                      <a:pt x="3245" y="1556"/>
                    </a:cubicBezTo>
                    <a:cubicBezTo>
                      <a:pt x="3283" y="1556"/>
                      <a:pt x="3322" y="1556"/>
                      <a:pt x="3361" y="1559"/>
                    </a:cubicBezTo>
                    <a:cubicBezTo>
                      <a:pt x="4073" y="1597"/>
                      <a:pt x="4681" y="2141"/>
                      <a:pt x="4807" y="2851"/>
                    </a:cubicBezTo>
                    <a:cubicBezTo>
                      <a:pt x="4872" y="3217"/>
                      <a:pt x="4825" y="3543"/>
                      <a:pt x="4664" y="3849"/>
                    </a:cubicBezTo>
                    <a:close/>
                  </a:path>
                </a:pathLst>
              </a:custGeom>
              <a:solidFill>
                <a:srgbClr val="6ECEB2"/>
              </a:solidFill>
              <a:ln>
                <a:noFill/>
              </a:ln>
            </p:spPr>
            <p:txBody>
              <a:bodyPr vert="horz" wrap="square" lIns="91440" tIns="45720" rIns="91440" bIns="45720" numCol="1" anchor="t" anchorCtr="0" compatLnSpc="1">
                <a:prstTxWarp prst="textNoShape">
                  <a:avLst/>
                </a:prstTxWarp>
              </a:bodyPr>
              <a:lstStyle/>
              <a:p>
                <a:endParaRPr lang="en-GB" sz="1200" dirty="0"/>
              </a:p>
            </p:txBody>
          </p:sp>
          <p:sp>
            <p:nvSpPr>
              <p:cNvPr id="9" name="Name of city">
                <a:extLst>
                  <a:ext uri="{FF2B5EF4-FFF2-40B4-BE49-F238E27FC236}">
                    <a16:creationId xmlns:a16="http://schemas.microsoft.com/office/drawing/2014/main" id="{0CF44385-E404-4060-B3AD-2FCF47BA2967}"/>
                  </a:ext>
                </a:extLst>
              </p:cNvPr>
              <p:cNvSpPr txBox="1"/>
              <p:nvPr/>
            </p:nvSpPr>
            <p:spPr>
              <a:xfrm>
                <a:off x="6116187" y="3781506"/>
                <a:ext cx="1458686" cy="300637"/>
              </a:xfrm>
              <a:prstGeom prst="rect">
                <a:avLst/>
              </a:prstGeom>
              <a:noFill/>
            </p:spPr>
            <p:txBody>
              <a:bodyPr wrap="square" lIns="0" tIns="0" rIns="0" bIns="0" rtlCol="0">
                <a:noAutofit/>
              </a:bodyPr>
              <a:lstStyle/>
              <a:p>
                <a:pPr algn="ctr">
                  <a:lnSpc>
                    <a:spcPct val="90000"/>
                  </a:lnSpc>
                </a:pPr>
                <a:r>
                  <a:rPr lang="en-GB" sz="1200" dirty="0">
                    <a:solidFill>
                      <a:schemeClr val="bg1"/>
                    </a:solidFill>
                  </a:rPr>
                  <a:t>Name of City</a:t>
                </a:r>
              </a:p>
            </p:txBody>
          </p:sp>
        </p:grpSp>
        <p:grpSp>
          <p:nvGrpSpPr>
            <p:cNvPr id="14" name="City 2">
              <a:extLst>
                <a:ext uri="{FF2B5EF4-FFF2-40B4-BE49-F238E27FC236}">
                  <a16:creationId xmlns:a16="http://schemas.microsoft.com/office/drawing/2014/main" id="{E75A59E0-D86D-42A3-AADB-AF157DC46519}"/>
                </a:ext>
                <a:ext uri="{C183D7F6-B498-43B3-948B-1728B52AA6E4}">
                  <adec:decorative xmlns:adec="http://schemas.microsoft.com/office/drawing/2017/decorative" val="1"/>
                </a:ext>
              </a:extLst>
            </p:cNvPr>
            <p:cNvGrpSpPr/>
            <p:nvPr/>
          </p:nvGrpSpPr>
          <p:grpSpPr>
            <a:xfrm>
              <a:off x="8472499" y="3506180"/>
              <a:ext cx="1002849" cy="841303"/>
              <a:chOff x="6116187" y="2858431"/>
              <a:chExt cx="1458686" cy="1223712"/>
            </a:xfrm>
          </p:grpSpPr>
          <p:sp>
            <p:nvSpPr>
              <p:cNvPr id="15" name="Location graphic">
                <a:extLst>
                  <a:ext uri="{FF2B5EF4-FFF2-40B4-BE49-F238E27FC236}">
                    <a16:creationId xmlns:a16="http://schemas.microsoft.com/office/drawing/2014/main" id="{AE6D9ADE-8572-4CC6-8E9C-D30188D23982}"/>
                  </a:ext>
                  <a:ext uri="{C183D7F6-B498-43B3-948B-1728B52AA6E4}">
                    <adec:decorative xmlns:adec="http://schemas.microsoft.com/office/drawing/2017/decorative" val="1"/>
                  </a:ext>
                </a:extLst>
              </p:cNvPr>
              <p:cNvSpPr>
                <a:spLocks noChangeAspect="1" noEditPoints="1"/>
              </p:cNvSpPr>
              <p:nvPr/>
            </p:nvSpPr>
            <p:spPr bwMode="auto">
              <a:xfrm>
                <a:off x="6567341" y="2858431"/>
                <a:ext cx="556378" cy="763038"/>
              </a:xfrm>
              <a:custGeom>
                <a:avLst/>
                <a:gdLst>
                  <a:gd name="T0" fmla="*/ 6339 w 6465"/>
                  <a:gd name="T1" fmla="*/ 2580 h 9461"/>
                  <a:gd name="T2" fmla="*/ 5341 w 6465"/>
                  <a:gd name="T3" fmla="*/ 790 h 9461"/>
                  <a:gd name="T4" fmla="*/ 3445 w 6465"/>
                  <a:gd name="T5" fmla="*/ 5 h 9461"/>
                  <a:gd name="T6" fmla="*/ 3238 w 6465"/>
                  <a:gd name="T7" fmla="*/ 0 h 9461"/>
                  <a:gd name="T8" fmla="*/ 3238 w 6465"/>
                  <a:gd name="T9" fmla="*/ 0 h 9461"/>
                  <a:gd name="T10" fmla="*/ 878 w 6465"/>
                  <a:gd name="T11" fmla="*/ 1088 h 9461"/>
                  <a:gd name="T12" fmla="*/ 167 w 6465"/>
                  <a:gd name="T13" fmla="*/ 3698 h 9461"/>
                  <a:gd name="T14" fmla="*/ 574 w 6465"/>
                  <a:gd name="T15" fmla="*/ 4790 h 9461"/>
                  <a:gd name="T16" fmla="*/ 2060 w 6465"/>
                  <a:gd name="T17" fmla="*/ 7456 h 9461"/>
                  <a:gd name="T18" fmla="*/ 2312 w 6465"/>
                  <a:gd name="T19" fmla="*/ 7905 h 9461"/>
                  <a:gd name="T20" fmla="*/ 2491 w 6465"/>
                  <a:gd name="T21" fmla="*/ 8220 h 9461"/>
                  <a:gd name="T22" fmla="*/ 2574 w 6465"/>
                  <a:gd name="T23" fmla="*/ 8363 h 9461"/>
                  <a:gd name="T24" fmla="*/ 3208 w 6465"/>
                  <a:gd name="T25" fmla="*/ 9461 h 9461"/>
                  <a:gd name="T26" fmla="*/ 3238 w 6465"/>
                  <a:gd name="T27" fmla="*/ 9415 h 9461"/>
                  <a:gd name="T28" fmla="*/ 3238 w 6465"/>
                  <a:gd name="T29" fmla="*/ 9415 h 9461"/>
                  <a:gd name="T30" fmla="*/ 3900 w 6465"/>
                  <a:gd name="T31" fmla="*/ 8399 h 9461"/>
                  <a:gd name="T32" fmla="*/ 3908 w 6465"/>
                  <a:gd name="T33" fmla="*/ 8387 h 9461"/>
                  <a:gd name="T34" fmla="*/ 3959 w 6465"/>
                  <a:gd name="T35" fmla="*/ 8306 h 9461"/>
                  <a:gd name="T36" fmla="*/ 4254 w 6465"/>
                  <a:gd name="T37" fmla="*/ 7794 h 9461"/>
                  <a:gd name="T38" fmla="*/ 4946 w 6465"/>
                  <a:gd name="T39" fmla="*/ 6581 h 9461"/>
                  <a:gd name="T40" fmla="*/ 6040 w 6465"/>
                  <a:gd name="T41" fmla="*/ 4575 h 9461"/>
                  <a:gd name="T42" fmla="*/ 6339 w 6465"/>
                  <a:gd name="T43" fmla="*/ 2580 h 9461"/>
                  <a:gd name="T44" fmla="*/ 4664 w 6465"/>
                  <a:gd name="T45" fmla="*/ 3849 h 9461"/>
                  <a:gd name="T46" fmla="*/ 3587 w 6465"/>
                  <a:gd name="T47" fmla="*/ 5823 h 9461"/>
                  <a:gd name="T48" fmla="*/ 3257 w 6465"/>
                  <a:gd name="T49" fmla="*/ 6407 h 9461"/>
                  <a:gd name="T50" fmla="*/ 3238 w 6465"/>
                  <a:gd name="T51" fmla="*/ 6373 h 9461"/>
                  <a:gd name="T52" fmla="*/ 3238 w 6465"/>
                  <a:gd name="T53" fmla="*/ 6373 h 9461"/>
                  <a:gd name="T54" fmla="*/ 1935 w 6465"/>
                  <a:gd name="T55" fmla="*/ 4035 h 9461"/>
                  <a:gd name="T56" fmla="*/ 1701 w 6465"/>
                  <a:gd name="T57" fmla="*/ 3437 h 9461"/>
                  <a:gd name="T58" fmla="*/ 2054 w 6465"/>
                  <a:gd name="T59" fmla="*/ 2106 h 9461"/>
                  <a:gd name="T60" fmla="*/ 3238 w 6465"/>
                  <a:gd name="T61" fmla="*/ 1556 h 9461"/>
                  <a:gd name="T62" fmla="*/ 3238 w 6465"/>
                  <a:gd name="T63" fmla="*/ 1556 h 9461"/>
                  <a:gd name="T64" fmla="*/ 3245 w 6465"/>
                  <a:gd name="T65" fmla="*/ 1556 h 9461"/>
                  <a:gd name="T66" fmla="*/ 3361 w 6465"/>
                  <a:gd name="T67" fmla="*/ 1559 h 9461"/>
                  <a:gd name="T68" fmla="*/ 4807 w 6465"/>
                  <a:gd name="T69" fmla="*/ 2851 h 9461"/>
                  <a:gd name="T70" fmla="*/ 4664 w 6465"/>
                  <a:gd name="T71" fmla="*/ 3849 h 9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65" h="9461">
                    <a:moveTo>
                      <a:pt x="6339" y="2580"/>
                    </a:moveTo>
                    <a:cubicBezTo>
                      <a:pt x="6217" y="1892"/>
                      <a:pt x="5863" y="1257"/>
                      <a:pt x="5341" y="790"/>
                    </a:cubicBezTo>
                    <a:cubicBezTo>
                      <a:pt x="4816" y="322"/>
                      <a:pt x="4143" y="43"/>
                      <a:pt x="3445" y="5"/>
                    </a:cubicBezTo>
                    <a:cubicBezTo>
                      <a:pt x="3375" y="1"/>
                      <a:pt x="3306" y="0"/>
                      <a:pt x="3238" y="0"/>
                    </a:cubicBezTo>
                    <a:cubicBezTo>
                      <a:pt x="3238" y="0"/>
                      <a:pt x="3238" y="0"/>
                      <a:pt x="3238" y="0"/>
                    </a:cubicBezTo>
                    <a:cubicBezTo>
                      <a:pt x="2306" y="3"/>
                      <a:pt x="1494" y="376"/>
                      <a:pt x="878" y="1088"/>
                    </a:cubicBezTo>
                    <a:cubicBezTo>
                      <a:pt x="246" y="1817"/>
                      <a:pt x="0" y="2720"/>
                      <a:pt x="167" y="3698"/>
                    </a:cubicBezTo>
                    <a:cubicBezTo>
                      <a:pt x="226" y="4049"/>
                      <a:pt x="356" y="4396"/>
                      <a:pt x="574" y="4790"/>
                    </a:cubicBezTo>
                    <a:cubicBezTo>
                      <a:pt x="1068" y="5680"/>
                      <a:pt x="1573" y="6583"/>
                      <a:pt x="2060" y="7456"/>
                    </a:cubicBezTo>
                    <a:cubicBezTo>
                      <a:pt x="2312" y="7905"/>
                      <a:pt x="2312" y="7905"/>
                      <a:pt x="2312" y="7905"/>
                    </a:cubicBezTo>
                    <a:cubicBezTo>
                      <a:pt x="2371" y="8012"/>
                      <a:pt x="2432" y="8118"/>
                      <a:pt x="2491" y="8220"/>
                    </a:cubicBezTo>
                    <a:cubicBezTo>
                      <a:pt x="2519" y="8267"/>
                      <a:pt x="2547" y="8314"/>
                      <a:pt x="2574" y="8363"/>
                    </a:cubicBezTo>
                    <a:cubicBezTo>
                      <a:pt x="3208" y="9461"/>
                      <a:pt x="3208" y="9461"/>
                      <a:pt x="3208" y="9461"/>
                    </a:cubicBezTo>
                    <a:cubicBezTo>
                      <a:pt x="3238" y="9415"/>
                      <a:pt x="3238" y="9415"/>
                      <a:pt x="3238" y="9415"/>
                    </a:cubicBezTo>
                    <a:cubicBezTo>
                      <a:pt x="3238" y="9415"/>
                      <a:pt x="3238" y="9415"/>
                      <a:pt x="3238" y="9415"/>
                    </a:cubicBezTo>
                    <a:cubicBezTo>
                      <a:pt x="3900" y="8399"/>
                      <a:pt x="3900" y="8399"/>
                      <a:pt x="3900" y="8399"/>
                    </a:cubicBezTo>
                    <a:cubicBezTo>
                      <a:pt x="3908" y="8387"/>
                      <a:pt x="3908" y="8387"/>
                      <a:pt x="3908" y="8387"/>
                    </a:cubicBezTo>
                    <a:cubicBezTo>
                      <a:pt x="3921" y="8368"/>
                      <a:pt x="3939" y="8341"/>
                      <a:pt x="3959" y="8306"/>
                    </a:cubicBezTo>
                    <a:cubicBezTo>
                      <a:pt x="4057" y="8135"/>
                      <a:pt x="4156" y="7964"/>
                      <a:pt x="4254" y="7794"/>
                    </a:cubicBezTo>
                    <a:cubicBezTo>
                      <a:pt x="4482" y="7398"/>
                      <a:pt x="4719" y="6989"/>
                      <a:pt x="4946" y="6581"/>
                    </a:cubicBezTo>
                    <a:cubicBezTo>
                      <a:pt x="5384" y="5796"/>
                      <a:pt x="5731" y="5159"/>
                      <a:pt x="6040" y="4575"/>
                    </a:cubicBezTo>
                    <a:cubicBezTo>
                      <a:pt x="6364" y="3960"/>
                      <a:pt x="6465" y="3289"/>
                      <a:pt x="6339" y="2580"/>
                    </a:cubicBezTo>
                    <a:close/>
                    <a:moveTo>
                      <a:pt x="4664" y="3849"/>
                    </a:moveTo>
                    <a:cubicBezTo>
                      <a:pt x="4361" y="4421"/>
                      <a:pt x="4019" y="5049"/>
                      <a:pt x="3587" y="5823"/>
                    </a:cubicBezTo>
                    <a:cubicBezTo>
                      <a:pt x="3479" y="6017"/>
                      <a:pt x="3368" y="6213"/>
                      <a:pt x="3257" y="6407"/>
                    </a:cubicBezTo>
                    <a:cubicBezTo>
                      <a:pt x="3250" y="6396"/>
                      <a:pt x="3244" y="6385"/>
                      <a:pt x="3238" y="6373"/>
                    </a:cubicBezTo>
                    <a:cubicBezTo>
                      <a:pt x="3238" y="6373"/>
                      <a:pt x="3238" y="6373"/>
                      <a:pt x="3238" y="6373"/>
                    </a:cubicBezTo>
                    <a:cubicBezTo>
                      <a:pt x="2807" y="5603"/>
                      <a:pt x="2367" y="4813"/>
                      <a:pt x="1935" y="4035"/>
                    </a:cubicBezTo>
                    <a:cubicBezTo>
                      <a:pt x="1803" y="3797"/>
                      <a:pt x="1730" y="3612"/>
                      <a:pt x="1701" y="3437"/>
                    </a:cubicBezTo>
                    <a:cubicBezTo>
                      <a:pt x="1611" y="2911"/>
                      <a:pt x="1724" y="2488"/>
                      <a:pt x="2054" y="2106"/>
                    </a:cubicBezTo>
                    <a:cubicBezTo>
                      <a:pt x="2376" y="1734"/>
                      <a:pt x="2755" y="1558"/>
                      <a:pt x="3238" y="1556"/>
                    </a:cubicBezTo>
                    <a:cubicBezTo>
                      <a:pt x="3238" y="1556"/>
                      <a:pt x="3238" y="1556"/>
                      <a:pt x="3238" y="1556"/>
                    </a:cubicBezTo>
                    <a:cubicBezTo>
                      <a:pt x="3240" y="1556"/>
                      <a:pt x="3243" y="1556"/>
                      <a:pt x="3245" y="1556"/>
                    </a:cubicBezTo>
                    <a:cubicBezTo>
                      <a:pt x="3283" y="1556"/>
                      <a:pt x="3322" y="1556"/>
                      <a:pt x="3361" y="1559"/>
                    </a:cubicBezTo>
                    <a:cubicBezTo>
                      <a:pt x="4073" y="1597"/>
                      <a:pt x="4681" y="2141"/>
                      <a:pt x="4807" y="2851"/>
                    </a:cubicBezTo>
                    <a:cubicBezTo>
                      <a:pt x="4872" y="3217"/>
                      <a:pt x="4825" y="3543"/>
                      <a:pt x="4664" y="3849"/>
                    </a:cubicBezTo>
                    <a:close/>
                  </a:path>
                </a:pathLst>
              </a:custGeom>
              <a:solidFill>
                <a:srgbClr val="6ECEB2"/>
              </a:solidFill>
              <a:ln>
                <a:noFill/>
              </a:ln>
            </p:spPr>
            <p:txBody>
              <a:bodyPr vert="horz" wrap="square" lIns="91440" tIns="45720" rIns="91440" bIns="45720" numCol="1" anchor="t" anchorCtr="0" compatLnSpc="1">
                <a:prstTxWarp prst="textNoShape">
                  <a:avLst/>
                </a:prstTxWarp>
              </a:bodyPr>
              <a:lstStyle/>
              <a:p>
                <a:endParaRPr lang="en-GB" sz="1200"/>
              </a:p>
            </p:txBody>
          </p:sp>
          <p:sp>
            <p:nvSpPr>
              <p:cNvPr id="16" name="Name of city">
                <a:extLst>
                  <a:ext uri="{FF2B5EF4-FFF2-40B4-BE49-F238E27FC236}">
                    <a16:creationId xmlns:a16="http://schemas.microsoft.com/office/drawing/2014/main" id="{95FC95E0-9AD8-4522-A2D9-1B0FAF4B123D}"/>
                  </a:ext>
                </a:extLst>
              </p:cNvPr>
              <p:cNvSpPr txBox="1"/>
              <p:nvPr/>
            </p:nvSpPr>
            <p:spPr>
              <a:xfrm>
                <a:off x="6116187" y="3781506"/>
                <a:ext cx="1458686" cy="300637"/>
              </a:xfrm>
              <a:prstGeom prst="rect">
                <a:avLst/>
              </a:prstGeom>
              <a:noFill/>
            </p:spPr>
            <p:txBody>
              <a:bodyPr wrap="square" lIns="0" tIns="0" rIns="0" bIns="0" rtlCol="0">
                <a:noAutofit/>
              </a:bodyPr>
              <a:lstStyle/>
              <a:p>
                <a:pPr algn="ctr">
                  <a:lnSpc>
                    <a:spcPct val="90000"/>
                  </a:lnSpc>
                </a:pPr>
                <a:r>
                  <a:rPr lang="en-GB" sz="1200" dirty="0">
                    <a:solidFill>
                      <a:schemeClr val="bg1"/>
                    </a:solidFill>
                  </a:rPr>
                  <a:t>Name of City</a:t>
                </a:r>
              </a:p>
            </p:txBody>
          </p:sp>
        </p:grpSp>
      </p:grpSp>
      <p:sp>
        <p:nvSpPr>
          <p:cNvPr id="11" name="Footnotes Placeholder">
            <a:extLst>
              <a:ext uri="{FF2B5EF4-FFF2-40B4-BE49-F238E27FC236}">
                <a16:creationId xmlns:a16="http://schemas.microsoft.com/office/drawing/2014/main" id="{02293F1A-40E1-1840-A15E-F2FFD3C21A71}"/>
              </a:ext>
            </a:extLst>
          </p:cNvPr>
          <p:cNvSpPr>
            <a:spLocks noGrp="1"/>
          </p:cNvSpPr>
          <p:nvPr>
            <p:ph type="body" sz="quarter" idx="13"/>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24</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178476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p:txBody>
      </p:sp>
      <p:grpSp>
        <p:nvGrpSpPr>
          <p:cNvPr id="6" name="Mint green bar chart" descr="An example of a bar chart">
            <a:extLst>
              <a:ext uri="{FF2B5EF4-FFF2-40B4-BE49-F238E27FC236}">
                <a16:creationId xmlns:a16="http://schemas.microsoft.com/office/drawing/2014/main" id="{2333C9E3-3931-DE4E-B84C-187CA2FD187D}"/>
              </a:ext>
            </a:extLst>
          </p:cNvPr>
          <p:cNvGrpSpPr/>
          <p:nvPr/>
        </p:nvGrpSpPr>
        <p:grpSpPr>
          <a:xfrm>
            <a:off x="6276373" y="2028824"/>
            <a:ext cx="5410801" cy="504001"/>
            <a:chOff x="6276373" y="2028824"/>
            <a:chExt cx="5410801" cy="504001"/>
          </a:xfrm>
        </p:grpSpPr>
        <p:sp>
          <p:nvSpPr>
            <p:cNvPr id="18" name="Rectangle 1">
              <a:extLst>
                <a:ext uri="{FF2B5EF4-FFF2-40B4-BE49-F238E27FC236}">
                  <a16:creationId xmlns:a16="http://schemas.microsoft.com/office/drawing/2014/main" id="{4CB4045A-16E1-4366-8B1D-3FF4AB2182AC}"/>
                </a:ext>
              </a:extLst>
            </p:cNvPr>
            <p:cNvSpPr/>
            <p:nvPr/>
          </p:nvSpPr>
          <p:spPr>
            <a:xfrm>
              <a:off x="6276373" y="2028824"/>
              <a:ext cx="5410801" cy="504000"/>
            </a:xfrm>
            <a:prstGeom prst="rect">
              <a:avLst/>
            </a:prstGeom>
            <a:solidFill>
              <a:srgbClr val="6ECEB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GB" dirty="0">
                <a:solidFill>
                  <a:schemeClr val="bg1"/>
                </a:solidFill>
              </a:endParaRPr>
            </a:p>
          </p:txBody>
        </p:sp>
        <p:sp>
          <p:nvSpPr>
            <p:cNvPr id="19" name="Rectangle 2">
              <a:extLst>
                <a:ext uri="{FF2B5EF4-FFF2-40B4-BE49-F238E27FC236}">
                  <a16:creationId xmlns:a16="http://schemas.microsoft.com/office/drawing/2014/main" id="{9AAE2365-84B0-4310-A03A-12E80E5BDE8D}"/>
                </a:ext>
              </a:extLst>
            </p:cNvPr>
            <p:cNvSpPr/>
            <p:nvPr/>
          </p:nvSpPr>
          <p:spPr>
            <a:xfrm>
              <a:off x="6277201" y="2028825"/>
              <a:ext cx="3610118" cy="5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r">
                <a:lnSpc>
                  <a:spcPct val="90000"/>
                </a:lnSpc>
              </a:pPr>
              <a:r>
                <a:rPr lang="en-GB" dirty="0">
                  <a:solidFill>
                    <a:schemeClr val="bg1"/>
                  </a:solidFill>
                </a:rPr>
                <a:t>65%</a:t>
              </a:r>
            </a:p>
          </p:txBody>
        </p:sp>
        <p:sp>
          <p:nvSpPr>
            <p:cNvPr id="23" name="House supergraphic icon">
              <a:extLst>
                <a:ext uri="{FF2B5EF4-FFF2-40B4-BE49-F238E27FC236}">
                  <a16:creationId xmlns:a16="http://schemas.microsoft.com/office/drawing/2014/main" id="{660B0E81-BDE7-4740-B71B-8F33A70B59F1}"/>
                </a:ext>
              </a:extLst>
            </p:cNvPr>
            <p:cNvSpPr>
              <a:spLocks noChangeAspect="1" noEditPoints="1"/>
            </p:cNvSpPr>
            <p:nvPr/>
          </p:nvSpPr>
          <p:spPr bwMode="auto">
            <a:xfrm>
              <a:off x="6438490" y="2146562"/>
              <a:ext cx="232223" cy="268524"/>
            </a:xfrm>
            <a:custGeom>
              <a:avLst/>
              <a:gdLst>
                <a:gd name="T0" fmla="*/ 825 w 3736"/>
                <a:gd name="T1" fmla="*/ 3489 h 4320"/>
                <a:gd name="T2" fmla="*/ 825 w 3736"/>
                <a:gd name="T3" fmla="*/ 1840 h 4320"/>
                <a:gd name="T4" fmla="*/ 1865 w 3736"/>
                <a:gd name="T5" fmla="*/ 1040 h 4320"/>
                <a:gd name="T6" fmla="*/ 2911 w 3736"/>
                <a:gd name="T7" fmla="*/ 1840 h 4320"/>
                <a:gd name="T8" fmla="*/ 2911 w 3736"/>
                <a:gd name="T9" fmla="*/ 3489 h 4320"/>
                <a:gd name="T10" fmla="*/ 1865 w 3736"/>
                <a:gd name="T11" fmla="*/ 3489 h 4320"/>
                <a:gd name="T12" fmla="*/ 825 w 3736"/>
                <a:gd name="T13" fmla="*/ 3489 h 4320"/>
                <a:gd name="T14" fmla="*/ 1865 w 3736"/>
                <a:gd name="T15" fmla="*/ 4314 h 4320"/>
                <a:gd name="T16" fmla="*/ 3736 w 3736"/>
                <a:gd name="T17" fmla="*/ 4320 h 4320"/>
                <a:gd name="T18" fmla="*/ 3736 w 3736"/>
                <a:gd name="T19" fmla="*/ 1434 h 4320"/>
                <a:gd name="T20" fmla="*/ 1865 w 3736"/>
                <a:gd name="T21" fmla="*/ 0 h 4320"/>
                <a:gd name="T22" fmla="*/ 0 w 3736"/>
                <a:gd name="T23" fmla="*/ 1434 h 4320"/>
                <a:gd name="T24" fmla="*/ 0 w 3736"/>
                <a:gd name="T25" fmla="*/ 4320 h 4320"/>
                <a:gd name="T26" fmla="*/ 1865 w 3736"/>
                <a:gd name="T27" fmla="*/ 4314 h 4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36" h="4320">
                  <a:moveTo>
                    <a:pt x="825" y="3489"/>
                  </a:moveTo>
                  <a:lnTo>
                    <a:pt x="825" y="1840"/>
                  </a:lnTo>
                  <a:lnTo>
                    <a:pt x="1865" y="1040"/>
                  </a:lnTo>
                  <a:lnTo>
                    <a:pt x="2911" y="1840"/>
                  </a:lnTo>
                  <a:lnTo>
                    <a:pt x="2911" y="3489"/>
                  </a:lnTo>
                  <a:lnTo>
                    <a:pt x="1865" y="3489"/>
                  </a:lnTo>
                  <a:lnTo>
                    <a:pt x="825" y="3489"/>
                  </a:lnTo>
                  <a:close/>
                  <a:moveTo>
                    <a:pt x="1865" y="4314"/>
                  </a:moveTo>
                  <a:lnTo>
                    <a:pt x="3736" y="4320"/>
                  </a:lnTo>
                  <a:lnTo>
                    <a:pt x="3736" y="1434"/>
                  </a:lnTo>
                  <a:lnTo>
                    <a:pt x="1865" y="0"/>
                  </a:lnTo>
                  <a:lnTo>
                    <a:pt x="0" y="1434"/>
                  </a:lnTo>
                  <a:lnTo>
                    <a:pt x="0" y="4320"/>
                  </a:lnTo>
                  <a:lnTo>
                    <a:pt x="1865" y="431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7" name="Fossil bar chart" descr="An example of a bar chart&#10;">
            <a:extLst>
              <a:ext uri="{FF2B5EF4-FFF2-40B4-BE49-F238E27FC236}">
                <a16:creationId xmlns:a16="http://schemas.microsoft.com/office/drawing/2014/main" id="{40C7BACC-A83C-0444-957B-431E6FD35203}"/>
              </a:ext>
            </a:extLst>
          </p:cNvPr>
          <p:cNvGrpSpPr/>
          <p:nvPr/>
        </p:nvGrpSpPr>
        <p:grpSpPr>
          <a:xfrm>
            <a:off x="6275387" y="2926480"/>
            <a:ext cx="5411787" cy="504001"/>
            <a:chOff x="6275387" y="2926480"/>
            <a:chExt cx="5411787" cy="504001"/>
          </a:xfrm>
        </p:grpSpPr>
        <p:sp>
          <p:nvSpPr>
            <p:cNvPr id="20" name="Rectangle 3">
              <a:extLst>
                <a:ext uri="{FF2B5EF4-FFF2-40B4-BE49-F238E27FC236}">
                  <a16:creationId xmlns:a16="http://schemas.microsoft.com/office/drawing/2014/main" id="{44BF9AA3-9990-49F5-A75B-126CAAE92695}"/>
                </a:ext>
              </a:extLst>
            </p:cNvPr>
            <p:cNvSpPr/>
            <p:nvPr/>
          </p:nvSpPr>
          <p:spPr>
            <a:xfrm>
              <a:off x="6275387" y="2926480"/>
              <a:ext cx="5411787" cy="504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GB" dirty="0">
                <a:solidFill>
                  <a:schemeClr val="bg1"/>
                </a:solidFill>
              </a:endParaRPr>
            </a:p>
          </p:txBody>
        </p:sp>
        <p:sp>
          <p:nvSpPr>
            <p:cNvPr id="21" name="Rectangle 4">
              <a:extLst>
                <a:ext uri="{FF2B5EF4-FFF2-40B4-BE49-F238E27FC236}">
                  <a16:creationId xmlns:a16="http://schemas.microsoft.com/office/drawing/2014/main" id="{DE47A334-BCE0-4143-9129-D78E7D99B64C}"/>
                </a:ext>
              </a:extLst>
            </p:cNvPr>
            <p:cNvSpPr/>
            <p:nvPr/>
          </p:nvSpPr>
          <p:spPr>
            <a:xfrm>
              <a:off x="6276373" y="2926481"/>
              <a:ext cx="5009092" cy="50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r">
                <a:lnSpc>
                  <a:spcPct val="90000"/>
                </a:lnSpc>
              </a:pPr>
              <a:r>
                <a:rPr lang="en-GB" dirty="0">
                  <a:solidFill>
                    <a:schemeClr val="bg1"/>
                  </a:solidFill>
                </a:rPr>
                <a:t>93%</a:t>
              </a:r>
            </a:p>
          </p:txBody>
        </p:sp>
        <p:sp>
          <p:nvSpPr>
            <p:cNvPr id="25" name="Location supergraphic icon">
              <a:extLst>
                <a:ext uri="{FF2B5EF4-FFF2-40B4-BE49-F238E27FC236}">
                  <a16:creationId xmlns:a16="http://schemas.microsoft.com/office/drawing/2014/main" id="{F24410B1-1E5B-46E8-B302-8CCF5F991A9D}"/>
                </a:ext>
              </a:extLst>
            </p:cNvPr>
            <p:cNvSpPr>
              <a:spLocks noChangeAspect="1" noEditPoints="1"/>
            </p:cNvSpPr>
            <p:nvPr/>
          </p:nvSpPr>
          <p:spPr bwMode="auto">
            <a:xfrm>
              <a:off x="6438490" y="3021407"/>
              <a:ext cx="218953" cy="300280"/>
            </a:xfrm>
            <a:custGeom>
              <a:avLst/>
              <a:gdLst>
                <a:gd name="T0" fmla="*/ 6339 w 6465"/>
                <a:gd name="T1" fmla="*/ 2580 h 9461"/>
                <a:gd name="T2" fmla="*/ 5341 w 6465"/>
                <a:gd name="T3" fmla="*/ 790 h 9461"/>
                <a:gd name="T4" fmla="*/ 3445 w 6465"/>
                <a:gd name="T5" fmla="*/ 5 h 9461"/>
                <a:gd name="T6" fmla="*/ 3238 w 6465"/>
                <a:gd name="T7" fmla="*/ 0 h 9461"/>
                <a:gd name="T8" fmla="*/ 3238 w 6465"/>
                <a:gd name="T9" fmla="*/ 0 h 9461"/>
                <a:gd name="T10" fmla="*/ 878 w 6465"/>
                <a:gd name="T11" fmla="*/ 1088 h 9461"/>
                <a:gd name="T12" fmla="*/ 167 w 6465"/>
                <a:gd name="T13" fmla="*/ 3698 h 9461"/>
                <a:gd name="T14" fmla="*/ 574 w 6465"/>
                <a:gd name="T15" fmla="*/ 4790 h 9461"/>
                <a:gd name="T16" fmla="*/ 2060 w 6465"/>
                <a:gd name="T17" fmla="*/ 7456 h 9461"/>
                <a:gd name="T18" fmla="*/ 2312 w 6465"/>
                <a:gd name="T19" fmla="*/ 7905 h 9461"/>
                <a:gd name="T20" fmla="*/ 2491 w 6465"/>
                <a:gd name="T21" fmla="*/ 8220 h 9461"/>
                <a:gd name="T22" fmla="*/ 2574 w 6465"/>
                <a:gd name="T23" fmla="*/ 8363 h 9461"/>
                <a:gd name="T24" fmla="*/ 3208 w 6465"/>
                <a:gd name="T25" fmla="*/ 9461 h 9461"/>
                <a:gd name="T26" fmla="*/ 3238 w 6465"/>
                <a:gd name="T27" fmla="*/ 9415 h 9461"/>
                <a:gd name="T28" fmla="*/ 3238 w 6465"/>
                <a:gd name="T29" fmla="*/ 9415 h 9461"/>
                <a:gd name="T30" fmla="*/ 3900 w 6465"/>
                <a:gd name="T31" fmla="*/ 8399 h 9461"/>
                <a:gd name="T32" fmla="*/ 3908 w 6465"/>
                <a:gd name="T33" fmla="*/ 8387 h 9461"/>
                <a:gd name="T34" fmla="*/ 3959 w 6465"/>
                <a:gd name="T35" fmla="*/ 8306 h 9461"/>
                <a:gd name="T36" fmla="*/ 4254 w 6465"/>
                <a:gd name="T37" fmla="*/ 7794 h 9461"/>
                <a:gd name="T38" fmla="*/ 4946 w 6465"/>
                <a:gd name="T39" fmla="*/ 6581 h 9461"/>
                <a:gd name="T40" fmla="*/ 6040 w 6465"/>
                <a:gd name="T41" fmla="*/ 4575 h 9461"/>
                <a:gd name="T42" fmla="*/ 6339 w 6465"/>
                <a:gd name="T43" fmla="*/ 2580 h 9461"/>
                <a:gd name="T44" fmla="*/ 4664 w 6465"/>
                <a:gd name="T45" fmla="*/ 3849 h 9461"/>
                <a:gd name="T46" fmla="*/ 3587 w 6465"/>
                <a:gd name="T47" fmla="*/ 5823 h 9461"/>
                <a:gd name="T48" fmla="*/ 3257 w 6465"/>
                <a:gd name="T49" fmla="*/ 6407 h 9461"/>
                <a:gd name="T50" fmla="*/ 3238 w 6465"/>
                <a:gd name="T51" fmla="*/ 6373 h 9461"/>
                <a:gd name="T52" fmla="*/ 3238 w 6465"/>
                <a:gd name="T53" fmla="*/ 6373 h 9461"/>
                <a:gd name="T54" fmla="*/ 1935 w 6465"/>
                <a:gd name="T55" fmla="*/ 4035 h 9461"/>
                <a:gd name="T56" fmla="*/ 1701 w 6465"/>
                <a:gd name="T57" fmla="*/ 3437 h 9461"/>
                <a:gd name="T58" fmla="*/ 2054 w 6465"/>
                <a:gd name="T59" fmla="*/ 2106 h 9461"/>
                <a:gd name="T60" fmla="*/ 3238 w 6465"/>
                <a:gd name="T61" fmla="*/ 1556 h 9461"/>
                <a:gd name="T62" fmla="*/ 3238 w 6465"/>
                <a:gd name="T63" fmla="*/ 1556 h 9461"/>
                <a:gd name="T64" fmla="*/ 3245 w 6465"/>
                <a:gd name="T65" fmla="*/ 1556 h 9461"/>
                <a:gd name="T66" fmla="*/ 3361 w 6465"/>
                <a:gd name="T67" fmla="*/ 1559 h 9461"/>
                <a:gd name="T68" fmla="*/ 4807 w 6465"/>
                <a:gd name="T69" fmla="*/ 2851 h 9461"/>
                <a:gd name="T70" fmla="*/ 4664 w 6465"/>
                <a:gd name="T71" fmla="*/ 3849 h 9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65" h="9461">
                  <a:moveTo>
                    <a:pt x="6339" y="2580"/>
                  </a:moveTo>
                  <a:cubicBezTo>
                    <a:pt x="6217" y="1892"/>
                    <a:pt x="5863" y="1257"/>
                    <a:pt x="5341" y="790"/>
                  </a:cubicBezTo>
                  <a:cubicBezTo>
                    <a:pt x="4816" y="322"/>
                    <a:pt x="4143" y="43"/>
                    <a:pt x="3445" y="5"/>
                  </a:cubicBezTo>
                  <a:cubicBezTo>
                    <a:pt x="3375" y="1"/>
                    <a:pt x="3306" y="0"/>
                    <a:pt x="3238" y="0"/>
                  </a:cubicBezTo>
                  <a:cubicBezTo>
                    <a:pt x="3238" y="0"/>
                    <a:pt x="3238" y="0"/>
                    <a:pt x="3238" y="0"/>
                  </a:cubicBezTo>
                  <a:cubicBezTo>
                    <a:pt x="2306" y="3"/>
                    <a:pt x="1494" y="376"/>
                    <a:pt x="878" y="1088"/>
                  </a:cubicBezTo>
                  <a:cubicBezTo>
                    <a:pt x="246" y="1817"/>
                    <a:pt x="0" y="2720"/>
                    <a:pt x="167" y="3698"/>
                  </a:cubicBezTo>
                  <a:cubicBezTo>
                    <a:pt x="226" y="4049"/>
                    <a:pt x="356" y="4396"/>
                    <a:pt x="574" y="4790"/>
                  </a:cubicBezTo>
                  <a:cubicBezTo>
                    <a:pt x="1068" y="5680"/>
                    <a:pt x="1573" y="6583"/>
                    <a:pt x="2060" y="7456"/>
                  </a:cubicBezTo>
                  <a:cubicBezTo>
                    <a:pt x="2312" y="7905"/>
                    <a:pt x="2312" y="7905"/>
                    <a:pt x="2312" y="7905"/>
                  </a:cubicBezTo>
                  <a:cubicBezTo>
                    <a:pt x="2371" y="8012"/>
                    <a:pt x="2432" y="8118"/>
                    <a:pt x="2491" y="8220"/>
                  </a:cubicBezTo>
                  <a:cubicBezTo>
                    <a:pt x="2519" y="8267"/>
                    <a:pt x="2547" y="8314"/>
                    <a:pt x="2574" y="8363"/>
                  </a:cubicBezTo>
                  <a:cubicBezTo>
                    <a:pt x="3208" y="9461"/>
                    <a:pt x="3208" y="9461"/>
                    <a:pt x="3208" y="9461"/>
                  </a:cubicBezTo>
                  <a:cubicBezTo>
                    <a:pt x="3238" y="9415"/>
                    <a:pt x="3238" y="9415"/>
                    <a:pt x="3238" y="9415"/>
                  </a:cubicBezTo>
                  <a:cubicBezTo>
                    <a:pt x="3238" y="9415"/>
                    <a:pt x="3238" y="9415"/>
                    <a:pt x="3238" y="9415"/>
                  </a:cubicBezTo>
                  <a:cubicBezTo>
                    <a:pt x="3900" y="8399"/>
                    <a:pt x="3900" y="8399"/>
                    <a:pt x="3900" y="8399"/>
                  </a:cubicBezTo>
                  <a:cubicBezTo>
                    <a:pt x="3908" y="8387"/>
                    <a:pt x="3908" y="8387"/>
                    <a:pt x="3908" y="8387"/>
                  </a:cubicBezTo>
                  <a:cubicBezTo>
                    <a:pt x="3921" y="8368"/>
                    <a:pt x="3939" y="8341"/>
                    <a:pt x="3959" y="8306"/>
                  </a:cubicBezTo>
                  <a:cubicBezTo>
                    <a:pt x="4057" y="8135"/>
                    <a:pt x="4156" y="7964"/>
                    <a:pt x="4254" y="7794"/>
                  </a:cubicBezTo>
                  <a:cubicBezTo>
                    <a:pt x="4482" y="7398"/>
                    <a:pt x="4719" y="6989"/>
                    <a:pt x="4946" y="6581"/>
                  </a:cubicBezTo>
                  <a:cubicBezTo>
                    <a:pt x="5384" y="5796"/>
                    <a:pt x="5731" y="5159"/>
                    <a:pt x="6040" y="4575"/>
                  </a:cubicBezTo>
                  <a:cubicBezTo>
                    <a:pt x="6364" y="3960"/>
                    <a:pt x="6465" y="3289"/>
                    <a:pt x="6339" y="2580"/>
                  </a:cubicBezTo>
                  <a:close/>
                  <a:moveTo>
                    <a:pt x="4664" y="3849"/>
                  </a:moveTo>
                  <a:cubicBezTo>
                    <a:pt x="4361" y="4421"/>
                    <a:pt x="4019" y="5049"/>
                    <a:pt x="3587" y="5823"/>
                  </a:cubicBezTo>
                  <a:cubicBezTo>
                    <a:pt x="3479" y="6017"/>
                    <a:pt x="3368" y="6213"/>
                    <a:pt x="3257" y="6407"/>
                  </a:cubicBezTo>
                  <a:cubicBezTo>
                    <a:pt x="3250" y="6396"/>
                    <a:pt x="3244" y="6385"/>
                    <a:pt x="3238" y="6373"/>
                  </a:cubicBezTo>
                  <a:cubicBezTo>
                    <a:pt x="3238" y="6373"/>
                    <a:pt x="3238" y="6373"/>
                    <a:pt x="3238" y="6373"/>
                  </a:cubicBezTo>
                  <a:cubicBezTo>
                    <a:pt x="2807" y="5603"/>
                    <a:pt x="2367" y="4813"/>
                    <a:pt x="1935" y="4035"/>
                  </a:cubicBezTo>
                  <a:cubicBezTo>
                    <a:pt x="1803" y="3797"/>
                    <a:pt x="1730" y="3612"/>
                    <a:pt x="1701" y="3437"/>
                  </a:cubicBezTo>
                  <a:cubicBezTo>
                    <a:pt x="1611" y="2911"/>
                    <a:pt x="1724" y="2488"/>
                    <a:pt x="2054" y="2106"/>
                  </a:cubicBezTo>
                  <a:cubicBezTo>
                    <a:pt x="2376" y="1734"/>
                    <a:pt x="2755" y="1558"/>
                    <a:pt x="3238" y="1556"/>
                  </a:cubicBezTo>
                  <a:cubicBezTo>
                    <a:pt x="3238" y="1556"/>
                    <a:pt x="3238" y="1556"/>
                    <a:pt x="3238" y="1556"/>
                  </a:cubicBezTo>
                  <a:cubicBezTo>
                    <a:pt x="3240" y="1556"/>
                    <a:pt x="3243" y="1556"/>
                    <a:pt x="3245" y="1556"/>
                  </a:cubicBezTo>
                  <a:cubicBezTo>
                    <a:pt x="3283" y="1556"/>
                    <a:pt x="3322" y="1556"/>
                    <a:pt x="3361" y="1559"/>
                  </a:cubicBezTo>
                  <a:cubicBezTo>
                    <a:pt x="4073" y="1597"/>
                    <a:pt x="4681" y="2141"/>
                    <a:pt x="4807" y="2851"/>
                  </a:cubicBezTo>
                  <a:cubicBezTo>
                    <a:pt x="4872" y="3217"/>
                    <a:pt x="4825" y="3543"/>
                    <a:pt x="4664" y="384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200"/>
            </a:p>
          </p:txBody>
        </p:sp>
      </p:grpSp>
      <p:graphicFrame>
        <p:nvGraphicFramePr>
          <p:cNvPr id="17" name="Pie chart left" descr="An example of a pie chart">
            <a:extLst>
              <a:ext uri="{FF2B5EF4-FFF2-40B4-BE49-F238E27FC236}">
                <a16:creationId xmlns:a16="http://schemas.microsoft.com/office/drawing/2014/main" id="{F203A3BC-3AD2-43B7-8FDB-F825C48D480A}"/>
              </a:ext>
            </a:extLst>
          </p:cNvPr>
          <p:cNvGraphicFramePr>
            <a:graphicFrameLocks noGrp="1"/>
          </p:cNvGraphicFramePr>
          <p:nvPr>
            <p:ph sz="half" idx="2"/>
            <p:extLst>
              <p:ext uri="{D42A27DB-BD31-4B8C-83A1-F6EECF244321}">
                <p14:modId xmlns:p14="http://schemas.microsoft.com/office/powerpoint/2010/main" val="4199040135"/>
              </p:ext>
            </p:extLst>
          </p:nvPr>
        </p:nvGraphicFramePr>
        <p:xfrm>
          <a:off x="5995992" y="4066496"/>
          <a:ext cx="2397595" cy="1929754"/>
        </p:xfrm>
        <a:graphic>
          <a:graphicData uri="http://schemas.openxmlformats.org/drawingml/2006/chart">
            <c:chart xmlns:c="http://schemas.openxmlformats.org/drawingml/2006/chart" xmlns:r="http://schemas.openxmlformats.org/officeDocument/2006/relationships" r:id="rId2"/>
          </a:graphicData>
        </a:graphic>
      </p:graphicFrame>
      <p:sp>
        <p:nvSpPr>
          <p:cNvPr id="26" name="TextBox 1">
            <a:extLst>
              <a:ext uri="{FF2B5EF4-FFF2-40B4-BE49-F238E27FC236}">
                <a16:creationId xmlns:a16="http://schemas.microsoft.com/office/drawing/2014/main" id="{8DD012A9-6689-4F0F-89F5-9CC6DD9ED86E}"/>
              </a:ext>
            </a:extLst>
          </p:cNvPr>
          <p:cNvSpPr txBox="1"/>
          <p:nvPr/>
        </p:nvSpPr>
        <p:spPr>
          <a:xfrm>
            <a:off x="6780664" y="4593528"/>
            <a:ext cx="804308" cy="892719"/>
          </a:xfrm>
          <a:prstGeom prst="rect">
            <a:avLst/>
          </a:prstGeom>
          <a:noFill/>
        </p:spPr>
        <p:txBody>
          <a:bodyPr wrap="square" lIns="0" tIns="0" rIns="0" bIns="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pPr>
            <a:r>
              <a:rPr lang="en-GB" sz="2400" dirty="0">
                <a:solidFill>
                  <a:schemeClr val="tx1"/>
                </a:solidFill>
              </a:rPr>
              <a:t>00%</a:t>
            </a:r>
          </a:p>
        </p:txBody>
      </p:sp>
      <p:graphicFrame>
        <p:nvGraphicFramePr>
          <p:cNvPr id="22" name="Pie chart right" descr="An example of a pie chart">
            <a:extLst>
              <a:ext uri="{FF2B5EF4-FFF2-40B4-BE49-F238E27FC236}">
                <a16:creationId xmlns:a16="http://schemas.microsoft.com/office/drawing/2014/main" id="{67DEDE3F-4198-4264-8958-E7FF101B73B3}"/>
              </a:ext>
            </a:extLst>
          </p:cNvPr>
          <p:cNvGraphicFramePr>
            <a:graphicFrameLocks/>
          </p:cNvGraphicFramePr>
          <p:nvPr>
            <p:extLst>
              <p:ext uri="{D42A27DB-BD31-4B8C-83A1-F6EECF244321}">
                <p14:modId xmlns:p14="http://schemas.microsoft.com/office/powerpoint/2010/main" val="1841340905"/>
              </p:ext>
            </p:extLst>
          </p:nvPr>
        </p:nvGraphicFramePr>
        <p:xfrm>
          <a:off x="8072778" y="4069204"/>
          <a:ext cx="2520000" cy="1941368"/>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
            <a:extLst>
              <a:ext uri="{FF2B5EF4-FFF2-40B4-BE49-F238E27FC236}">
                <a16:creationId xmlns:a16="http://schemas.microsoft.com/office/drawing/2014/main" id="{A546B6A8-CF8C-4522-B15E-EB40BE5E0A4C}"/>
              </a:ext>
            </a:extLst>
          </p:cNvPr>
          <p:cNvSpPr txBox="1"/>
          <p:nvPr/>
        </p:nvSpPr>
        <p:spPr>
          <a:xfrm>
            <a:off x="8930624" y="4593528"/>
            <a:ext cx="804308" cy="892719"/>
          </a:xfrm>
          <a:prstGeom prst="rect">
            <a:avLst/>
          </a:prstGeom>
          <a:noFill/>
        </p:spPr>
        <p:txBody>
          <a:bodyPr wrap="square" lIns="0" tIns="0" rIns="0" bIns="0"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pPr>
            <a:r>
              <a:rPr lang="en-GB" sz="2400" dirty="0">
                <a:solidFill>
                  <a:schemeClr val="tx1"/>
                </a:solidFill>
              </a:rPr>
              <a:t>00%</a:t>
            </a:r>
          </a:p>
        </p:txBody>
      </p:sp>
      <p:sp>
        <p:nvSpPr>
          <p:cNvPr id="8" name="Footnotes Placeholder">
            <a:extLst>
              <a:ext uri="{FF2B5EF4-FFF2-40B4-BE49-F238E27FC236}">
                <a16:creationId xmlns:a16="http://schemas.microsoft.com/office/drawing/2014/main" id="{BDD71D96-7C17-2F49-AF2E-B96D9C386515}"/>
              </a:ext>
            </a:extLst>
          </p:cNvPr>
          <p:cNvSpPr>
            <a:spLocks noGrp="1"/>
          </p:cNvSpPr>
          <p:nvPr>
            <p:ph type="body" sz="quarter" idx="13"/>
          </p:nvPr>
        </p:nvSpPr>
        <p:spPr/>
        <p:txBody>
          <a:bodyPr/>
          <a:lstStyle/>
          <a:p>
            <a:pPr>
              <a:spcAft>
                <a:spcPts val="0"/>
              </a:spcAft>
            </a:pPr>
            <a:endParaRPr lang="en-US" dirty="0"/>
          </a:p>
        </p:txBody>
      </p:sp>
      <p:sp>
        <p:nvSpPr>
          <p:cNvPr id="5" name="Slide Number Placeholder">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25</a:t>
            </a:fld>
            <a:endParaRPr lang="en-GB"/>
          </a:p>
        </p:txBody>
      </p:sp>
      <p:sp>
        <p:nvSpPr>
          <p:cNvPr id="4" name="Footer Placeholder">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273463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Sample title</a:t>
            </a:r>
          </a:p>
        </p:txBody>
      </p:sp>
      <p:sp>
        <p:nvSpPr>
          <p:cNvPr id="3" name="Content Placeholder 1">
            <a:extLst>
              <a:ext uri="{FF2B5EF4-FFF2-40B4-BE49-F238E27FC236}">
                <a16:creationId xmlns:a16="http://schemas.microsoft.com/office/drawing/2014/main" id="{946AF97F-D69C-4BF2-B253-F775CA9DE3DC}"/>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p:txBody>
      </p:sp>
      <p:graphicFrame>
        <p:nvGraphicFramePr>
          <p:cNvPr id="11" name="Content Placeholder 2" descr="An example of a pie chart">
            <a:extLst>
              <a:ext uri="{FF2B5EF4-FFF2-40B4-BE49-F238E27FC236}">
                <a16:creationId xmlns:a16="http://schemas.microsoft.com/office/drawing/2014/main" id="{556F4465-C234-432F-BF2E-31174A105962}"/>
              </a:ext>
            </a:extLst>
          </p:cNvPr>
          <p:cNvGraphicFramePr>
            <a:graphicFrameLocks noGrp="1"/>
          </p:cNvGraphicFramePr>
          <p:nvPr>
            <p:ph sz="half" idx="2"/>
            <p:extLst>
              <p:ext uri="{D42A27DB-BD31-4B8C-83A1-F6EECF244321}">
                <p14:modId xmlns:p14="http://schemas.microsoft.com/office/powerpoint/2010/main" val="2732723346"/>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6" name="Footnotes Placeholder">
            <a:extLst>
              <a:ext uri="{FF2B5EF4-FFF2-40B4-BE49-F238E27FC236}">
                <a16:creationId xmlns:a16="http://schemas.microsoft.com/office/drawing/2014/main" id="{B2E0483C-5CC7-A940-9F1F-B9F76924E0F8}"/>
              </a:ext>
            </a:extLst>
          </p:cNvPr>
          <p:cNvSpPr>
            <a:spLocks noGrp="1"/>
          </p:cNvSpPr>
          <p:nvPr>
            <p:ph type="body" sz="quarter" idx="13"/>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26</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569236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Table – version 1</a:t>
            </a:r>
          </a:p>
        </p:txBody>
      </p:sp>
      <p:sp>
        <p:nvSpPr>
          <p:cNvPr id="9" name="Content Placeholder 8">
            <a:extLst>
              <a:ext uri="{FF2B5EF4-FFF2-40B4-BE49-F238E27FC236}">
                <a16:creationId xmlns:a16="http://schemas.microsoft.com/office/drawing/2014/main" id="{C6BCEAC1-93C1-A5CA-6E77-B31FE5CE9979}"/>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3" name="Rectangle 2">
            <a:extLst>
              <a:ext uri="{FF2B5EF4-FFF2-40B4-BE49-F238E27FC236}">
                <a16:creationId xmlns:a16="http://schemas.microsoft.com/office/drawing/2014/main" id="{C822042E-9B56-AC47-C5BB-2370D52C4E20}"/>
              </a:ext>
            </a:extLst>
          </p:cNvPr>
          <p:cNvSpPr/>
          <p:nvPr/>
        </p:nvSpPr>
        <p:spPr>
          <a:xfrm>
            <a:off x="8450428" y="1075547"/>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8" name="Table 11">
            <a:extLst>
              <a:ext uri="{FF2B5EF4-FFF2-40B4-BE49-F238E27FC236}">
                <a16:creationId xmlns:a16="http://schemas.microsoft.com/office/drawing/2014/main" id="{2B2272AC-1681-EC64-C99B-FF398EB525DC}"/>
              </a:ext>
            </a:extLst>
          </p:cNvPr>
          <p:cNvGraphicFramePr>
            <a:graphicFrameLocks noGrp="1"/>
          </p:cNvGraphicFramePr>
          <p:nvPr>
            <p:ph sz="half" idx="2"/>
          </p:nvPr>
        </p:nvGraphicFramePr>
        <p:xfrm>
          <a:off x="6275388" y="1595438"/>
          <a:ext cx="5416334" cy="4355225"/>
        </p:xfrm>
        <a:graphic>
          <a:graphicData uri="http://schemas.openxmlformats.org/drawingml/2006/table">
            <a:tbl>
              <a:tblPr firstRow="1" bandRow="1">
                <a:tableStyleId>{5C22544A-7EE6-4342-B048-85BDC9FD1C3A}</a:tableStyleId>
              </a:tblPr>
              <a:tblGrid>
                <a:gridCol w="2274495">
                  <a:extLst>
                    <a:ext uri="{9D8B030D-6E8A-4147-A177-3AD203B41FA5}">
                      <a16:colId xmlns:a16="http://schemas.microsoft.com/office/drawing/2014/main" val="3770742791"/>
                    </a:ext>
                  </a:extLst>
                </a:gridCol>
                <a:gridCol w="649856">
                  <a:extLst>
                    <a:ext uri="{9D8B030D-6E8A-4147-A177-3AD203B41FA5}">
                      <a16:colId xmlns:a16="http://schemas.microsoft.com/office/drawing/2014/main" val="3211560044"/>
                    </a:ext>
                  </a:extLst>
                </a:gridCol>
                <a:gridCol w="116974">
                  <a:extLst>
                    <a:ext uri="{9D8B030D-6E8A-4147-A177-3AD203B41FA5}">
                      <a16:colId xmlns:a16="http://schemas.microsoft.com/office/drawing/2014/main" val="149137527"/>
                    </a:ext>
                  </a:extLst>
                </a:gridCol>
                <a:gridCol w="649856">
                  <a:extLst>
                    <a:ext uri="{9D8B030D-6E8A-4147-A177-3AD203B41FA5}">
                      <a16:colId xmlns:a16="http://schemas.microsoft.com/office/drawing/2014/main" val="4251470730"/>
                    </a:ext>
                  </a:extLst>
                </a:gridCol>
                <a:gridCol w="116974">
                  <a:extLst>
                    <a:ext uri="{9D8B030D-6E8A-4147-A177-3AD203B41FA5}">
                      <a16:colId xmlns:a16="http://schemas.microsoft.com/office/drawing/2014/main" val="881351370"/>
                    </a:ext>
                  </a:extLst>
                </a:gridCol>
                <a:gridCol w="649856">
                  <a:extLst>
                    <a:ext uri="{9D8B030D-6E8A-4147-A177-3AD203B41FA5}">
                      <a16:colId xmlns:a16="http://schemas.microsoft.com/office/drawing/2014/main" val="4182652756"/>
                    </a:ext>
                  </a:extLst>
                </a:gridCol>
                <a:gridCol w="121436">
                  <a:extLst>
                    <a:ext uri="{9D8B030D-6E8A-4147-A177-3AD203B41FA5}">
                      <a16:colId xmlns:a16="http://schemas.microsoft.com/office/drawing/2014/main" val="376474576"/>
                    </a:ext>
                  </a:extLst>
                </a:gridCol>
                <a:gridCol w="648927">
                  <a:extLst>
                    <a:ext uri="{9D8B030D-6E8A-4147-A177-3AD203B41FA5}">
                      <a16:colId xmlns:a16="http://schemas.microsoft.com/office/drawing/2014/main" val="1605250827"/>
                    </a:ext>
                  </a:extLst>
                </a:gridCol>
                <a:gridCol w="116840">
                  <a:extLst>
                    <a:ext uri="{9D8B030D-6E8A-4147-A177-3AD203B41FA5}">
                      <a16:colId xmlns:a16="http://schemas.microsoft.com/office/drawing/2014/main" val="3535305620"/>
                    </a:ext>
                  </a:extLst>
                </a:gridCol>
                <a:gridCol w="71120">
                  <a:extLst>
                    <a:ext uri="{9D8B030D-6E8A-4147-A177-3AD203B41FA5}">
                      <a16:colId xmlns:a16="http://schemas.microsoft.com/office/drawing/2014/main" val="1211734938"/>
                    </a:ext>
                  </a:extLst>
                </a:gridCol>
              </a:tblGrid>
              <a:tr h="199096">
                <a:tc>
                  <a:txBody>
                    <a:bodyPr/>
                    <a:lstStyle/>
                    <a:p>
                      <a:endParaRPr lang="en-US" sz="300" b="0" dirty="0">
                        <a:solidFill>
                          <a:srgbClr val="171717"/>
                        </a:solidFill>
                        <a:latin typeface="Arial" panose="020B0604020202020204" pitchFamily="34" charset="0"/>
                        <a:cs typeface="Arial" panose="020B0604020202020204" pitchFamily="34" charset="0"/>
                      </a:endParaRPr>
                    </a:p>
                  </a:txBody>
                  <a:tcPr marT="0" marB="0" anchor="ctr">
                    <a:lnB w="12700" cap="flat" cmpd="sng" algn="ctr">
                      <a:noFill/>
                      <a:prstDash val="solid"/>
                      <a:round/>
                      <a:headEnd type="none" w="med" len="med"/>
                      <a:tailEnd type="none" w="med" len="med"/>
                    </a:lnB>
                    <a:noFill/>
                  </a:tcPr>
                </a:tc>
                <a:tc gridSpan="4">
                  <a:txBody>
                    <a:bodyPr/>
                    <a:lstStyle/>
                    <a:p>
                      <a:pPr algn="ctr"/>
                      <a:r>
                        <a:rPr lang="en-US" sz="1100" b="1" i="0" dirty="0">
                          <a:solidFill>
                            <a:schemeClr val="tx1"/>
                          </a:solidFill>
                          <a:latin typeface="Arial" panose="020B0604020202020204" pitchFamily="34" charset="0"/>
                          <a:cs typeface="Arial" panose="020B0604020202020204" pitchFamily="34" charset="0"/>
                        </a:rPr>
                        <a:t>Q1 2022</a:t>
                      </a:r>
                    </a:p>
                  </a:txBody>
                  <a:tcPr marL="0" marR="0" marT="0" marB="27432" anchor="ctr">
                    <a:lnR w="76200" cap="flat" cmpd="sng" algn="ctr">
                      <a:solidFill>
                        <a:schemeClr val="bg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marL="0" algn="ctr" defTabSz="914400" rtl="0" eaLnBrk="1" latinLnBrk="0" hangingPunct="1"/>
                      <a:endParaRPr lang="en-US" sz="1000" b="0" i="0" kern="1200">
                        <a:solidFill>
                          <a:schemeClr val="tx1"/>
                        </a:solidFill>
                        <a:latin typeface="Gotham Bold" pitchFamily="50" charset="0"/>
                        <a:ea typeface="+mn-ea"/>
                        <a:cs typeface="Arial"/>
                      </a:endParaRPr>
                    </a:p>
                  </a:txBody>
                  <a:tcPr marL="0" marR="0" marT="0" marB="27432"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noFill/>
                  </a:tcPr>
                </a:tc>
                <a:tc hMerge="1">
                  <a:txBody>
                    <a:bodyPr/>
                    <a:lstStyle/>
                    <a:p>
                      <a:endParaRPr lang="en-US"/>
                    </a:p>
                  </a:txBody>
                  <a:tcPr/>
                </a:tc>
                <a:tc gridSpan="5">
                  <a:txBody>
                    <a:bodyPr/>
                    <a:lstStyle/>
                    <a:p>
                      <a:pPr marL="0" algn="ctr" defTabSz="914400" rtl="0" eaLnBrk="1" latinLnBrk="0" hangingPunct="1"/>
                      <a:r>
                        <a:rPr lang="en-US" sz="1100" b="1" i="0" kern="1200" dirty="0">
                          <a:solidFill>
                            <a:schemeClr val="tx1"/>
                          </a:solidFill>
                          <a:latin typeface="Arial" panose="020B0604020202020204" pitchFamily="34" charset="0"/>
                          <a:ea typeface="+mn-ea"/>
                          <a:cs typeface="Arial" panose="020B0604020202020204" pitchFamily="34" charset="0"/>
                        </a:rPr>
                        <a:t>Full Year 2022</a:t>
                      </a:r>
                    </a:p>
                  </a:txBody>
                  <a:tcPr marL="0" marR="0" marT="0" marB="27432" anchor="ctr">
                    <a:lnL w="76200" cap="flat" cmpd="sng" algn="ctr">
                      <a:solidFill>
                        <a:schemeClr val="bg1"/>
                      </a:solidFill>
                      <a:prstDash val="solid"/>
                      <a:round/>
                      <a:headEnd type="none" w="med" len="med"/>
                      <a:tailEnd type="none" w="med" len="med"/>
                    </a:lnL>
                    <a:lnB w="635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pPr marL="0" algn="ctr" defTabSz="914400" rtl="0" eaLnBrk="1" latinLnBrk="0" hangingPunct="1"/>
                      <a:endParaRPr lang="en-US" sz="1000" b="0" i="0" kern="1200">
                        <a:solidFill>
                          <a:schemeClr val="tx1"/>
                        </a:solidFill>
                        <a:latin typeface="Gotham Bold" pitchFamily="50" charset="0"/>
                        <a:ea typeface="+mn-ea"/>
                        <a:cs typeface="Arial"/>
                      </a:endParaRPr>
                    </a:p>
                  </a:txBody>
                  <a:tcPr marL="0" marR="0" marT="0" marB="27432" anchor="ctr">
                    <a:lnB w="12700" cap="flat" cmpd="sng" algn="ctr">
                      <a:noFill/>
                      <a:prstDash val="solid"/>
                      <a:round/>
                      <a:headEnd type="none" w="med" len="med"/>
                      <a:tailEnd type="none" w="med" len="med"/>
                    </a:lnB>
                    <a:noFill/>
                  </a:tcPr>
                </a:tc>
                <a:tc hMerge="1">
                  <a:txBody>
                    <a:bodyPr/>
                    <a:lstStyle/>
                    <a:p>
                      <a:pPr marL="0" algn="ctr" defTabSz="914400" rtl="0" eaLnBrk="1" latinLnBrk="0" hangingPunct="1"/>
                      <a:endParaRPr lang="en-US" sz="1000" b="0" i="0" kern="1200">
                        <a:solidFill>
                          <a:schemeClr val="tx1"/>
                        </a:solidFill>
                        <a:latin typeface="Gotham Bold" pitchFamily="50" charset="0"/>
                        <a:ea typeface="+mn-ea"/>
                        <a:cs typeface="Arial"/>
                      </a:endParaRPr>
                    </a:p>
                  </a:txBody>
                  <a:tcPr marL="0" marR="0" marT="0" marB="27432" anchor="ctr">
                    <a:lnB w="12700" cap="flat" cmpd="sng" algn="ctr">
                      <a:noFill/>
                      <a:prstDash val="solid"/>
                      <a:round/>
                      <a:headEnd type="none" w="med" len="med"/>
                      <a:tailEnd type="none" w="med" len="med"/>
                    </a:lnB>
                    <a:noFill/>
                  </a:tcPr>
                </a:tc>
                <a:tc hMerge="1">
                  <a:txBody>
                    <a:bodyPr/>
                    <a:lstStyle/>
                    <a:p>
                      <a:pPr marL="0" algn="ctr" defTabSz="914400" rtl="0" eaLnBrk="1" latinLnBrk="0" hangingPunct="1"/>
                      <a:endParaRPr lang="en-US" sz="1000" b="0" i="0" kern="1200">
                        <a:solidFill>
                          <a:schemeClr val="tx1"/>
                        </a:solidFill>
                        <a:latin typeface="Gotham Bold" pitchFamily="50" charset="0"/>
                        <a:ea typeface="+mn-ea"/>
                        <a:cs typeface="Arial"/>
                      </a:endParaRPr>
                    </a:p>
                  </a:txBody>
                  <a:tcPr marL="0" marR="0" marT="0" marB="27432" anchor="ctr">
                    <a:lnB w="12700" cap="flat" cmpd="sng" algn="ctr">
                      <a:noFill/>
                      <a:prstDash val="solid"/>
                      <a:round/>
                      <a:headEnd type="none" w="med" len="med"/>
                      <a:tailEnd type="none" w="med" len="med"/>
                    </a:lnB>
                    <a:noFill/>
                  </a:tcPr>
                </a:tc>
                <a:extLst>
                  <a:ext uri="{0D108BD9-81ED-4DB2-BD59-A6C34878D82A}">
                    <a16:rowId xmlns:a16="http://schemas.microsoft.com/office/drawing/2014/main" val="315100832"/>
                  </a:ext>
                </a:extLst>
              </a:tr>
              <a:tr h="199096">
                <a:tc>
                  <a:txBody>
                    <a:bodyPr/>
                    <a:lstStyle/>
                    <a:p>
                      <a:endParaRPr lang="en-US" sz="300" b="0">
                        <a:solidFill>
                          <a:srgbClr val="171717"/>
                        </a:solidFill>
                        <a:latin typeface="Arial" panose="020B0604020202020204" pitchFamily="34" charset="0"/>
                        <a:cs typeface="Arial" panose="020B0604020202020204" pitchFamily="34" charset="0"/>
                      </a:endParaRPr>
                    </a:p>
                  </a:txBody>
                  <a:tcPr marT="0" marB="0" anchor="ctr">
                    <a:lnT w="38100" cmpd="sng">
                      <a:noFill/>
                    </a:lnT>
                    <a:lnB w="12700" cap="flat" cmpd="sng" algn="ctr">
                      <a:noFill/>
                      <a:prstDash val="solid"/>
                      <a:round/>
                      <a:headEnd type="none" w="med" len="med"/>
                      <a:tailEnd type="none" w="med" len="med"/>
                    </a:lnB>
                    <a:noFill/>
                  </a:tcPr>
                </a:tc>
                <a:tc gridSpan="2">
                  <a:txBody>
                    <a:bodyPr/>
                    <a:lstStyle/>
                    <a:p>
                      <a:pPr algn="ctr"/>
                      <a:r>
                        <a:rPr lang="en-US" sz="1000" b="1" i="0" dirty="0">
                          <a:solidFill>
                            <a:schemeClr val="tx1"/>
                          </a:solidFill>
                          <a:latin typeface="Arial" panose="020B0604020202020204" pitchFamily="34" charset="0"/>
                          <a:cs typeface="Arial" panose="020B0604020202020204" pitchFamily="34" charset="0"/>
                        </a:rPr>
                        <a:t>Actual</a:t>
                      </a:r>
                    </a:p>
                  </a:txBody>
                  <a:tcPr marL="0" marR="0" marT="0" marB="0" anchor="ctr">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US" sz="1100" b="0" i="0">
                        <a:solidFill>
                          <a:schemeClr val="bg1"/>
                        </a:solidFill>
                        <a:latin typeface="Gotham Medium" panose="02000604030000020004" pitchFamily="50" charset="0"/>
                      </a:endParaRPr>
                    </a:p>
                  </a:txBody>
                  <a:tcPr marT="18288" marB="27432" anchor="ctr">
                    <a:lnL w="381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171717"/>
                    </a:solidFill>
                  </a:tcPr>
                </a:tc>
                <a:tc gridSpan="2">
                  <a:txBody>
                    <a:bodyPr/>
                    <a:lstStyle/>
                    <a:p>
                      <a:pPr marL="0" algn="ctr" defTabSz="914400" rtl="0" eaLnBrk="1" latinLnBrk="0" hangingPunct="1"/>
                      <a:r>
                        <a:rPr lang="en-US" sz="1000" b="1" i="0" kern="1200" dirty="0">
                          <a:solidFill>
                            <a:schemeClr val="tx1"/>
                          </a:solidFill>
                          <a:latin typeface="Arial" panose="020B0604020202020204" pitchFamily="34" charset="0"/>
                          <a:ea typeface="+mn-ea"/>
                          <a:cs typeface="Arial" panose="020B0604020202020204" pitchFamily="34" charset="0"/>
                        </a:rPr>
                        <a:t>Plan</a:t>
                      </a: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algn="ctr" defTabSz="914400" rtl="0" eaLnBrk="1" latinLnBrk="0" hangingPunct="1"/>
                      <a:endParaRPr lang="en-US" sz="200" b="0" i="0" kern="1200">
                        <a:solidFill>
                          <a:schemeClr val="bg1"/>
                        </a:solidFill>
                        <a:latin typeface="Gotham Medium" panose="02000604030000020004" pitchFamily="50" charset="0"/>
                        <a:ea typeface="+mn-ea"/>
                        <a:cs typeface="+mn-cs"/>
                      </a:endParaRPr>
                    </a:p>
                  </a:txBody>
                  <a:tcPr marL="0" marR="0" marT="0" marB="0" anchor="ctr">
                    <a:lnL w="76200" cap="flat" cmpd="sng" algn="ctr">
                      <a:solidFill>
                        <a:schemeClr val="bg1"/>
                      </a:solidFill>
                      <a:prstDash val="solid"/>
                      <a:round/>
                      <a:headEnd type="none" w="med" len="med"/>
                      <a:tailEnd type="none" w="med" len="med"/>
                    </a:lnL>
                    <a:solidFill>
                      <a:srgbClr val="171717"/>
                    </a:solidFill>
                  </a:tcPr>
                </a:tc>
                <a:tc gridSpan="2">
                  <a:txBody>
                    <a:bodyPr/>
                    <a:lstStyle/>
                    <a:p>
                      <a:pPr marL="0" algn="ctr" defTabSz="914400" rtl="0" eaLnBrk="1" latinLnBrk="0" hangingPunct="1"/>
                      <a:r>
                        <a:rPr lang="en-US" sz="1000" b="1" i="0" kern="1200" dirty="0">
                          <a:solidFill>
                            <a:schemeClr val="tx1"/>
                          </a:solidFill>
                          <a:latin typeface="Arial" panose="020B0604020202020204" pitchFamily="34" charset="0"/>
                          <a:ea typeface="+mn-ea"/>
                          <a:cs typeface="Arial" panose="020B0604020202020204" pitchFamily="34" charset="0"/>
                        </a:rPr>
                        <a:t>Forecast</a:t>
                      </a:r>
                    </a:p>
                  </a:txBody>
                  <a:tcPr marL="0" marR="0" marT="0" marB="0" anchor="ctr">
                    <a:lnL w="76200" cap="flat" cmpd="sng" algn="ctr">
                      <a:solidFill>
                        <a:schemeClr val="bg1"/>
                      </a:solidFill>
                      <a:prstDash val="solid"/>
                      <a:round/>
                      <a:headEnd type="none" w="med" len="med"/>
                      <a:tailEnd type="none" w="med" len="med"/>
                    </a:lnL>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algn="ctr" defTabSz="914400" rtl="0" eaLnBrk="1" latinLnBrk="0" hangingPunct="1"/>
                      <a:endParaRPr lang="en-US" sz="1000" b="0" i="0" kern="1200">
                        <a:solidFill>
                          <a:schemeClr val="bg1"/>
                        </a:solidFill>
                        <a:latin typeface="Gotham Medium"/>
                        <a:ea typeface="+mn-ea"/>
                        <a:cs typeface="Arial"/>
                      </a:endParaRPr>
                    </a:p>
                  </a:txBody>
                  <a:tcPr marL="0" marR="0" marT="0" marB="0" anchor="ctr">
                    <a:lnB w="12700" cap="flat" cmpd="sng" algn="ctr">
                      <a:noFill/>
                      <a:prstDash val="solid"/>
                      <a:round/>
                      <a:headEnd type="none" w="med" len="med"/>
                      <a:tailEnd type="none" w="med" len="med"/>
                    </a:lnB>
                    <a:solidFill>
                      <a:schemeClr val="tx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kern="1200" dirty="0">
                          <a:solidFill>
                            <a:schemeClr val="tx1"/>
                          </a:solidFill>
                          <a:latin typeface="Arial" panose="020B0604020202020204" pitchFamily="34" charset="0"/>
                          <a:ea typeface="+mn-ea"/>
                          <a:cs typeface="Arial" panose="020B0604020202020204" pitchFamily="34" charset="0"/>
                        </a:rPr>
                        <a:t>Plan</a:t>
                      </a:r>
                    </a:p>
                  </a:txBody>
                  <a:tcPr marL="0" marR="0" marT="0" marB="0" anchor="ct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algn="ctr" defTabSz="914400" rtl="0" eaLnBrk="1" latinLnBrk="0" hangingPunct="1"/>
                      <a:endParaRPr lang="en-US" sz="1000" b="0" i="0" kern="1200">
                        <a:solidFill>
                          <a:schemeClr val="tx1"/>
                        </a:solidFill>
                        <a:latin typeface="Gotham Bold" pitchFamily="50" charset="0"/>
                        <a:ea typeface="+mn-ea"/>
                        <a:cs typeface="Arial"/>
                      </a:endParaRPr>
                    </a:p>
                  </a:txBody>
                  <a:tcPr marL="0" marR="0" marT="0" marB="27432" anchor="ctr">
                    <a:lnT w="38100" cmpd="sng">
                      <a:noFill/>
                    </a:lnT>
                    <a:lnB w="12700" cap="flat" cmpd="sng" algn="ctr">
                      <a:noFill/>
                      <a:prstDash val="solid"/>
                      <a:round/>
                      <a:headEnd type="none" w="med" len="med"/>
                      <a:tailEnd type="none" w="med" len="med"/>
                    </a:lnB>
                    <a:noFill/>
                  </a:tcPr>
                </a:tc>
                <a:tc>
                  <a:txBody>
                    <a:bodyPr/>
                    <a:lstStyle/>
                    <a:p>
                      <a:pPr marL="0" algn="ctr" defTabSz="914400" rtl="0" eaLnBrk="1" latinLnBrk="0" hangingPunct="1"/>
                      <a:endParaRPr lang="en-US" sz="1000" b="0" i="0" kern="1200" dirty="0">
                        <a:solidFill>
                          <a:schemeClr val="tx1"/>
                        </a:solidFill>
                        <a:latin typeface="Arial" panose="020B0604020202020204" pitchFamily="34" charset="0"/>
                        <a:ea typeface="+mn-ea"/>
                        <a:cs typeface="Arial" panose="020B0604020202020204" pitchFamily="34" charset="0"/>
                      </a:endParaRPr>
                    </a:p>
                  </a:txBody>
                  <a:tcPr marL="0" marR="0" marT="0" marB="27432" anchor="ct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865710776"/>
                  </a:ext>
                </a:extLst>
              </a:tr>
              <a:tr h="156494">
                <a:tc gridSpan="2">
                  <a:txBody>
                    <a:bodyPr/>
                    <a:lstStyle/>
                    <a:p>
                      <a:r>
                        <a:rPr lang="en-US" sz="1000" b="1" kern="1200" dirty="0">
                          <a:solidFill>
                            <a:schemeClr val="bg1"/>
                          </a:solidFill>
                          <a:latin typeface="Arial" panose="020B0604020202020204" pitchFamily="34" charset="0"/>
                          <a:ea typeface="+mn-ea"/>
                          <a:cs typeface="Arial" panose="020B0604020202020204" pitchFamily="34" charset="0"/>
                        </a:rPr>
                        <a:t>Category Label</a:t>
                      </a:r>
                    </a:p>
                  </a:txBody>
                  <a:tcPr marT="0" marB="0" anchor="ctr">
                    <a:lnL w="12700" cmpd="sng">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hMerge="1">
                  <a:txBody>
                    <a:bodyPr/>
                    <a:lstStyle/>
                    <a:p>
                      <a:pPr algn="ctr"/>
                      <a:endParaRPr lang="en-US" sz="900">
                        <a:solidFill>
                          <a:schemeClr val="bg1"/>
                        </a:solidFill>
                      </a:endParaRPr>
                    </a:p>
                  </a:txBody>
                  <a:tcPr marT="0" marB="0" anchor="ctr">
                    <a:lnL w="12700" cmpd="sng">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ctr"/>
                      <a:endParaRPr lang="en-US" sz="1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900">
                        <a:solidFill>
                          <a:schemeClr val="bg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635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7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2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7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7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gridSpan="2">
                  <a:txBody>
                    <a:bodyPr/>
                    <a:lstStyle/>
                    <a:p>
                      <a:pPr algn="ctr"/>
                      <a:endParaRPr lang="en-US" sz="700">
                        <a:solidFill>
                          <a:schemeClr val="bg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hMerge="1">
                  <a:txBody>
                    <a:bodyPr/>
                    <a:lstStyle/>
                    <a:p>
                      <a:endParaRPr lang="en-US"/>
                    </a:p>
                  </a:txBody>
                  <a:tcPr/>
                </a:tc>
                <a:extLst>
                  <a:ext uri="{0D108BD9-81ED-4DB2-BD59-A6C34878D82A}">
                    <a16:rowId xmlns:a16="http://schemas.microsoft.com/office/drawing/2014/main" val="1144637255"/>
                  </a:ext>
                </a:extLst>
              </a:tr>
              <a:tr h="195618">
                <a:tc>
                  <a:txBody>
                    <a:bodyPr/>
                    <a:lstStyle/>
                    <a:p>
                      <a:pPr marL="0" lvl="1" indent="0" algn="l"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Item Label</a:t>
                      </a:r>
                    </a:p>
                  </a:txBody>
                  <a:tcPr marT="18288" marB="18288" anchor="ctr">
                    <a:lnL w="12700" cmpd="sng">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$32,987</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$28,835</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$35,625</a:t>
                      </a:r>
                    </a:p>
                  </a:txBody>
                  <a:tcPr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18288" marB="18288"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$28,835</a:t>
                      </a:r>
                    </a:p>
                  </a:txBody>
                  <a:tcPr marR="45720" marT="18288" marB="18288"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18288" marB="18288"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808949527"/>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18288" marB="18288" anchor="ctr">
                    <a:lnL w="12700" cmpd="sng">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a:solidFill>
                            <a:schemeClr val="tx1"/>
                          </a:solidFill>
                          <a:latin typeface="Arial" panose="020B0604020202020204" pitchFamily="34" charset="0"/>
                          <a:cs typeface="Arial" panose="020B0604020202020204" pitchFamily="34" charset="0"/>
                        </a:rPr>
                        <a:t>19,091</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18,204</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18,998</a:t>
                      </a:r>
                    </a:p>
                  </a:txBody>
                  <a:tcPr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18,204</a:t>
                      </a:r>
                    </a:p>
                  </a:txBody>
                  <a:tcPr marR="4572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092801007"/>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Item Label</a:t>
                      </a:r>
                    </a:p>
                  </a:txBody>
                  <a:tcPr marT="18288" marB="18288" anchor="ctr">
                    <a:lnL w="12700" cmpd="sng">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u="none">
                          <a:solidFill>
                            <a:schemeClr val="tx1"/>
                          </a:solidFill>
                          <a:latin typeface="Arial" panose="020B0604020202020204" pitchFamily="34" charset="0"/>
                          <a:cs typeface="Arial" panose="020B0604020202020204" pitchFamily="34" charset="0"/>
                        </a:rPr>
                        <a:t>801</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srgbClr val="0047BB"/>
                        </a:solidFill>
                        <a:effectLst/>
                        <a:uLnTx/>
                        <a:uFillTx/>
                        <a:latin typeface="Arial" panose="020B0604020202020204" pitchFamily="34" charset="0"/>
                        <a:ea typeface="+mn-ea"/>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r>
                        <a:rPr lang="en-US" sz="1000" u="none" dirty="0">
                          <a:solidFill>
                            <a:schemeClr val="tx1"/>
                          </a:solidFill>
                          <a:latin typeface="Arial" panose="020B0604020202020204" pitchFamily="34" charset="0"/>
                          <a:cs typeface="Arial" panose="020B0604020202020204" pitchFamily="34" charset="0"/>
                        </a:rPr>
                        <a:t>727</a:t>
                      </a:r>
                    </a:p>
                  </a:txBody>
                  <a:tcPr marR="45720" marT="18288" marB="1828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L="0" marR="0" marT="18288" marB="1828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r>
                        <a:rPr lang="en-US" sz="1000" u="none">
                          <a:solidFill>
                            <a:schemeClr val="tx1"/>
                          </a:solidFill>
                          <a:latin typeface="Arial" panose="020B0604020202020204" pitchFamily="34" charset="0"/>
                          <a:cs typeface="Arial" panose="020B0604020202020204" pitchFamily="34" charset="0"/>
                        </a:rPr>
                        <a:t>866</a:t>
                      </a:r>
                    </a:p>
                  </a:txBody>
                  <a:tcPr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srgbClr val="0047BB"/>
                        </a:solidFill>
                        <a:effectLst/>
                        <a:uLnTx/>
                        <a:uFillTx/>
                        <a:latin typeface="Arial" panose="020B0604020202020204" pitchFamily="34" charset="0"/>
                        <a:ea typeface="+mn-ea"/>
                        <a:cs typeface="Arial" panose="020B0604020202020204" pitchFamily="34" charset="0"/>
                      </a:endParaRPr>
                    </a:p>
                  </a:txBody>
                  <a:tcPr marL="0" marR="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r>
                        <a:rPr lang="en-US" sz="1000" u="none" dirty="0">
                          <a:solidFill>
                            <a:schemeClr val="tx1"/>
                          </a:solidFill>
                          <a:latin typeface="Arial" panose="020B0604020202020204" pitchFamily="34" charset="0"/>
                          <a:cs typeface="Arial" panose="020B0604020202020204" pitchFamily="34" charset="0"/>
                        </a:rPr>
                        <a:t>727</a:t>
                      </a:r>
                    </a:p>
                  </a:txBody>
                  <a:tcPr marR="4572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2">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R="45720" marT="18288" marB="18288"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221451729"/>
                  </a:ext>
                </a:extLst>
              </a:tr>
              <a:tr h="312989">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Total</a:t>
                      </a:r>
                    </a:p>
                  </a:txBody>
                  <a:tcPr marT="18288" marB="64008" anchor="ctr">
                    <a:lnL w="12700" cmpd="sng">
                      <a:noFill/>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$52,878</a:t>
                      </a:r>
                    </a:p>
                  </a:txBody>
                  <a:tcPr marR="45720" marT="18288"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kern="1200" noProof="0" dirty="0">
                        <a:solidFill>
                          <a:schemeClr val="tx1"/>
                        </a:solidFill>
                        <a:latin typeface="Arial" panose="020B0604020202020204" pitchFamily="34" charset="0"/>
                        <a:ea typeface="+mn-ea"/>
                        <a:cs typeface="Arial" panose="020B0604020202020204" pitchFamily="34" charset="0"/>
                      </a:endParaRPr>
                    </a:p>
                  </a:txBody>
                  <a:tcPr marL="0" marR="0" marT="18288"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$47,766</a:t>
                      </a:r>
                    </a:p>
                  </a:txBody>
                  <a:tcPr marR="45720" marT="18288"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lvl="1" indent="0" algn="r" defTabSz="914400" rtl="0" eaLnBrk="1" latinLnBrk="0" hangingPunct="1"/>
                      <a:endParaRPr lang="en-US" sz="700" b="1" kern="1200" dirty="0">
                        <a:solidFill>
                          <a:schemeClr val="tx1"/>
                        </a:solidFill>
                        <a:latin typeface="Arial" panose="020B0604020202020204" pitchFamily="34" charset="0"/>
                        <a:ea typeface="+mn-ea"/>
                        <a:cs typeface="Arial" panose="020B0604020202020204" pitchFamily="34" charset="0"/>
                      </a:endParaRPr>
                    </a:p>
                  </a:txBody>
                  <a:tcPr marL="0" marR="0" marT="18288" marB="6400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$55,490</a:t>
                      </a:r>
                    </a:p>
                  </a:txBody>
                  <a:tcPr marR="45720" marT="18288" marB="640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kern="1200" noProof="0" dirty="0">
                        <a:solidFill>
                          <a:schemeClr val="tx1"/>
                        </a:solidFill>
                        <a:latin typeface="Arial" panose="020B0604020202020204" pitchFamily="34" charset="0"/>
                        <a:ea typeface="+mn-ea"/>
                        <a:cs typeface="Arial" panose="020B0604020202020204" pitchFamily="34" charset="0"/>
                      </a:endParaRPr>
                    </a:p>
                  </a:txBody>
                  <a:tcPr marL="0" marR="0" marT="18288"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$47,766</a:t>
                      </a:r>
                    </a:p>
                  </a:txBody>
                  <a:tcPr marR="45720" marT="18288"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marL="0" lvl="1" indent="0" algn="r" defTabSz="914400" rtl="0" eaLnBrk="1" latinLnBrk="0" hangingPunct="1"/>
                      <a:endParaRPr lang="en-US" sz="700" b="1" kern="1200" dirty="0">
                        <a:solidFill>
                          <a:schemeClr val="tx1"/>
                        </a:solidFill>
                        <a:latin typeface="Arial" panose="020B0604020202020204" pitchFamily="34" charset="0"/>
                        <a:ea typeface="+mn-ea"/>
                        <a:cs typeface="Arial" panose="020B0604020202020204" pitchFamily="34" charset="0"/>
                      </a:endParaRPr>
                    </a:p>
                  </a:txBody>
                  <a:tcPr marR="45720" marT="18288"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521020543"/>
                  </a:ext>
                </a:extLst>
              </a:tr>
              <a:tr h="199899">
                <a:tc gridSpan="2">
                  <a:txBody>
                    <a:bodyPr/>
                    <a:lstStyle/>
                    <a:p>
                      <a:r>
                        <a:rPr lang="en-US" sz="1000" b="1" kern="1200" dirty="0">
                          <a:solidFill>
                            <a:schemeClr val="bg1"/>
                          </a:solidFill>
                          <a:latin typeface="Arial" panose="020B0604020202020204" pitchFamily="34" charset="0"/>
                          <a:ea typeface="+mn-ea"/>
                          <a:cs typeface="Arial" panose="020B0604020202020204" pitchFamily="34" charset="0"/>
                        </a:rPr>
                        <a:t>Category Label</a:t>
                      </a: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hMerge="1">
                  <a:txBody>
                    <a:bodyPr/>
                    <a:lstStyle/>
                    <a:p>
                      <a:pPr algn="r"/>
                      <a:endParaRPr lang="en-US" sz="900">
                        <a:solidFill>
                          <a:schemeClr val="bg1"/>
                        </a:solidFill>
                        <a:latin typeface="Gotham Medium" panose="02000604030000020004" pitchFamily="50" charset="0"/>
                      </a:endParaRP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64008" anchor="ctr">
                    <a:lnL w="7620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6400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64008" anchor="ctr">
                    <a:lnL w="635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64008" anchor="ctr">
                    <a:lnL w="7620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64008" anchor="ctr">
                    <a:lnL w="7620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64008" anchor="ctr">
                    <a:lnL w="7620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47BB"/>
                    </a:solidFill>
                  </a:tcPr>
                </a:tc>
                <a:tc hMerge="1">
                  <a:txBody>
                    <a:bodyPr/>
                    <a:lstStyle/>
                    <a:p>
                      <a:endParaRPr lang="en-US"/>
                    </a:p>
                  </a:txBody>
                  <a:tcPr/>
                </a:tc>
                <a:extLst>
                  <a:ext uri="{0D108BD9-81ED-4DB2-BD59-A6C34878D82A}">
                    <a16:rowId xmlns:a16="http://schemas.microsoft.com/office/drawing/2014/main" val="2250983089"/>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0" marB="0" anchor="ctr">
                    <a:lnL w="12700" cmpd="sng">
                      <a:noFill/>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$2,018</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$1,467</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$1,835</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$1,467</a:t>
                      </a: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227312876"/>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Item Label</a:t>
                      </a: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983</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409</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704</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409</a:t>
                      </a: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559660438"/>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(20)</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(85)</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u="none">
                          <a:solidFill>
                            <a:schemeClr val="tx1"/>
                          </a:solidFill>
                          <a:latin typeface="Arial" panose="020B0604020202020204" pitchFamily="34" charset="0"/>
                          <a:cs typeface="Arial" panose="020B0604020202020204" pitchFamily="34" charset="0"/>
                        </a:rPr>
                        <a:t>(82)</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(85)</a:t>
                      </a: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117335040"/>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Item Label</a:t>
                      </a:r>
                    </a:p>
                  </a:txBody>
                  <a:tcPr marT="0" marB="0" anchor="ctr">
                    <a:lnL w="12700" cmpd="sng">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(162)</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kern="1200">
                        <a:solidFill>
                          <a:schemeClr val="tx1"/>
                        </a:solidFill>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(131)</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a:r>
                        <a:rPr lang="en-US" sz="1000" u="none">
                          <a:solidFill>
                            <a:schemeClr val="tx1"/>
                          </a:solidFill>
                          <a:latin typeface="Arial" panose="020B0604020202020204" pitchFamily="34" charset="0"/>
                          <a:cs typeface="Arial" panose="020B0604020202020204" pitchFamily="34" charset="0"/>
                        </a:rPr>
                        <a:t>(195)</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kern="1200">
                        <a:solidFill>
                          <a:schemeClr val="tx1"/>
                        </a:solidFill>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(131)</a:t>
                      </a: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2">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341842647"/>
                  </a:ext>
                </a:extLst>
              </a:tr>
              <a:tr h="312989">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Total</a:t>
                      </a:r>
                    </a:p>
                  </a:txBody>
                  <a:tcPr marT="9144" marB="64008" anchor="ctr">
                    <a:lnL w="12700" cmpd="sng">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$2,818</a:t>
                      </a:r>
                    </a:p>
                  </a:txBody>
                  <a:tcPr marR="45720" marT="9144"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u="none">
                        <a:solidFill>
                          <a:schemeClr val="tx1"/>
                        </a:solidFill>
                        <a:latin typeface="Arial" panose="020B0604020202020204" pitchFamily="34" charset="0"/>
                        <a:cs typeface="Arial" panose="020B0604020202020204" pitchFamily="34" charset="0"/>
                      </a:endParaRPr>
                    </a:p>
                  </a:txBody>
                  <a:tcPr marL="0" marR="0" marT="9144"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$1,660</a:t>
                      </a:r>
                    </a:p>
                  </a:txBody>
                  <a:tcPr marR="45720" marT="9144"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endParaRPr lang="en-US" sz="700" b="1" kern="1200">
                        <a:solidFill>
                          <a:schemeClr val="tx1"/>
                        </a:solidFill>
                        <a:latin typeface="Arial" panose="020B0604020202020204" pitchFamily="34" charset="0"/>
                        <a:ea typeface="+mn-ea"/>
                        <a:cs typeface="Arial" panose="020B0604020202020204" pitchFamily="34" charset="0"/>
                      </a:endParaRPr>
                    </a:p>
                  </a:txBody>
                  <a:tcPr marL="0" marR="0" marT="9144" marB="6400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r>
                        <a:rPr lang="en-US" sz="1000" b="1" kern="1200" dirty="0">
                          <a:solidFill>
                            <a:schemeClr val="tx1"/>
                          </a:solidFill>
                          <a:latin typeface="Arial" panose="020B0604020202020204" pitchFamily="34" charset="0"/>
                          <a:ea typeface="+mn-ea"/>
                          <a:cs typeface="Arial" panose="020B0604020202020204" pitchFamily="34" charset="0"/>
                        </a:rPr>
                        <a:t>$2,262</a:t>
                      </a:r>
                    </a:p>
                  </a:txBody>
                  <a:tcPr marR="45720" marT="9144" marB="640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u="none" dirty="0">
                        <a:solidFill>
                          <a:schemeClr val="tx1"/>
                        </a:solidFill>
                        <a:latin typeface="Arial" panose="020B0604020202020204" pitchFamily="34" charset="0"/>
                        <a:cs typeface="Arial" panose="020B0604020202020204" pitchFamily="34" charset="0"/>
                      </a:endParaRPr>
                    </a:p>
                  </a:txBody>
                  <a:tcPr marL="0" marR="0" marT="9144"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$1,660</a:t>
                      </a:r>
                    </a:p>
                  </a:txBody>
                  <a:tcPr marR="45720" marT="9144"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r"/>
                      <a:endParaRPr lang="en-US" sz="700" b="1" kern="1200" dirty="0">
                        <a:solidFill>
                          <a:schemeClr val="tx1"/>
                        </a:solidFill>
                        <a:latin typeface="Arial" panose="020B0604020202020204" pitchFamily="34" charset="0"/>
                        <a:ea typeface="+mn-ea"/>
                        <a:cs typeface="Arial" panose="020B0604020202020204" pitchFamily="34" charset="0"/>
                      </a:endParaRPr>
                    </a:p>
                  </a:txBody>
                  <a:tcPr marR="45720" marT="9144" marB="64008" anchor="ctr">
                    <a:lnL w="6350" cap="flat" cmpd="sng" algn="ctr">
                      <a:noFill/>
                      <a:prstDash val="solid"/>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029251808"/>
                  </a:ext>
                </a:extLst>
              </a:tr>
              <a:tr h="156494">
                <a:tc>
                  <a:txBody>
                    <a:bodyPr/>
                    <a:lstStyle/>
                    <a:p>
                      <a:r>
                        <a:rPr lang="en-US" sz="1000" b="1" kern="1200" dirty="0">
                          <a:solidFill>
                            <a:schemeClr val="bg1"/>
                          </a:solidFill>
                          <a:latin typeface="Arial" panose="020B0604020202020204" pitchFamily="34" charset="0"/>
                          <a:ea typeface="+mn-ea"/>
                          <a:cs typeface="Arial" panose="020B0604020202020204" pitchFamily="34" charset="0"/>
                        </a:rPr>
                        <a:t>Category Label</a:t>
                      </a:r>
                    </a:p>
                  </a:txBody>
                  <a:tcPr marT="0" marB="0" anchor="ctr">
                    <a:lnL w="12700" cmpd="sng">
                      <a:noFill/>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r"/>
                      <a:endParaRPr lang="en-US" sz="90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r"/>
                      <a:endParaRPr lang="en-US" sz="9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noFill/>
                      <a:prstDash val="solid"/>
                      <a:round/>
                      <a:headEnd type="none" w="med" len="med"/>
                      <a:tailEnd type="none" w="med" len="med"/>
                    </a:lnB>
                    <a:solidFill>
                      <a:srgbClr val="0047BB"/>
                    </a:solidFill>
                  </a:tcPr>
                </a:tc>
                <a:tc hMerge="1">
                  <a:txBody>
                    <a:bodyPr/>
                    <a:lstStyle/>
                    <a:p>
                      <a:endParaRPr lang="en-US"/>
                    </a:p>
                  </a:txBody>
                  <a:tcPr/>
                </a:tc>
                <a:extLst>
                  <a:ext uri="{0D108BD9-81ED-4DB2-BD59-A6C34878D82A}">
                    <a16:rowId xmlns:a16="http://schemas.microsoft.com/office/drawing/2014/main" val="2799037903"/>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14%</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12%</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12%</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12%</a:t>
                      </a:r>
                    </a:p>
                  </a:txBody>
                  <a:tcPr marR="45720" marT="0" marB="0" anchor="ctr">
                    <a:lnL w="635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603360661"/>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8%</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4%</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5%</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4%</a:t>
                      </a: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06214827"/>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Item Label</a:t>
                      </a:r>
                    </a:p>
                  </a:txBody>
                  <a:tcPr marT="0" marB="0" anchor="ctr">
                    <a:lnL w="12700" cmpd="sng">
                      <a:noFill/>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914400" rtl="0" eaLnBrk="1" latinLnBrk="0" hangingPunct="1"/>
                      <a:r>
                        <a:rPr lang="en-US" sz="1000" kern="1200">
                          <a:solidFill>
                            <a:schemeClr val="tx1"/>
                          </a:solidFill>
                          <a:latin typeface="Arial" panose="020B0604020202020204" pitchFamily="34" charset="0"/>
                          <a:ea typeface="+mn-ea"/>
                          <a:cs typeface="Arial" panose="020B0604020202020204" pitchFamily="34" charset="0"/>
                        </a:rPr>
                        <a:t>(4%)</a:t>
                      </a:r>
                    </a:p>
                  </a:txBody>
                  <a:tcPr marR="4572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u="none">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0%</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a:endParaRPr lang="en-US" sz="700" u="none">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r"/>
                      <a:r>
                        <a:rPr lang="en-US" sz="1000">
                          <a:solidFill>
                            <a:schemeClr val="tx1"/>
                          </a:solidFill>
                          <a:latin typeface="Arial" panose="020B0604020202020204" pitchFamily="34" charset="0"/>
                          <a:cs typeface="Arial" panose="020B0604020202020204" pitchFamily="34" charset="0"/>
                        </a:rPr>
                        <a:t>0%</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u="none">
                        <a:solidFill>
                          <a:schemeClr val="tx1"/>
                        </a:solidFill>
                        <a:latin typeface="Arial" panose="020B0604020202020204" pitchFamily="34" charset="0"/>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r" defTabSz="914400" rtl="0" eaLnBrk="1" latinLnBrk="0" hangingPunct="1"/>
                      <a:r>
                        <a:rPr lang="en-US" sz="1000" kern="1200" dirty="0">
                          <a:solidFill>
                            <a:schemeClr val="tx1"/>
                          </a:solidFill>
                          <a:latin typeface="Arial" panose="020B0604020202020204" pitchFamily="34" charset="0"/>
                          <a:ea typeface="+mn-ea"/>
                          <a:cs typeface="Arial" panose="020B0604020202020204" pitchFamily="34" charset="0"/>
                        </a:rPr>
                        <a:t>0%</a:t>
                      </a: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gridSpan="2">
                  <a:txBody>
                    <a:bodyPr/>
                    <a:lstStyle/>
                    <a:p>
                      <a:pPr algn="r"/>
                      <a:endParaRPr lang="en-US" sz="7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926238178"/>
                  </a:ext>
                </a:extLst>
              </a:tr>
              <a:tr h="312989">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Total</a:t>
                      </a:r>
                    </a:p>
                  </a:txBody>
                  <a:tcPr marT="0" marB="64008"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11%</a:t>
                      </a:r>
                    </a:p>
                  </a:txBody>
                  <a:tcPr marR="45720" marT="0"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kern="1200" dirty="0">
                        <a:solidFill>
                          <a:schemeClr val="tx1"/>
                        </a:solidFill>
                        <a:latin typeface="Arial" panose="020B0604020202020204" pitchFamily="34" charset="0"/>
                        <a:ea typeface="+mn-ea"/>
                        <a:cs typeface="Arial" panose="020B0604020202020204" pitchFamily="34" charset="0"/>
                      </a:endParaRPr>
                    </a:p>
                  </a:txBody>
                  <a:tcPr marL="0" marR="0" marT="0" marB="640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8%</a:t>
                      </a:r>
                    </a:p>
                  </a:txBody>
                  <a:tcPr marR="45720" marT="0" marB="64008"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endParaRPr lang="en-US" sz="700" b="1" kern="1200" dirty="0">
                        <a:solidFill>
                          <a:schemeClr val="tx1"/>
                        </a:solidFill>
                        <a:latin typeface="Arial" panose="020B0604020202020204" pitchFamily="34" charset="0"/>
                        <a:ea typeface="+mn-ea"/>
                        <a:cs typeface="Arial" panose="020B0604020202020204" pitchFamily="34" charset="0"/>
                      </a:endParaRPr>
                    </a:p>
                  </a:txBody>
                  <a:tcPr marL="0" marR="0" marT="0" marB="64008"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9%</a:t>
                      </a:r>
                    </a:p>
                  </a:txBody>
                  <a:tcPr marR="45720" marT="0" marB="640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r>
                        <a:rPr kumimoji="0" lang="en-US" sz="900" b="1"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lang="en-US" sz="900" b="1" kern="1200">
                        <a:solidFill>
                          <a:schemeClr val="tx1"/>
                        </a:solidFill>
                        <a:latin typeface="Arial" panose="020B0604020202020204" pitchFamily="34" charset="0"/>
                        <a:ea typeface="+mn-ea"/>
                        <a:cs typeface="Arial" panose="020B0604020202020204" pitchFamily="34" charset="0"/>
                      </a:endParaRPr>
                    </a:p>
                  </a:txBody>
                  <a:tcPr marL="0" marR="0" marT="0" marB="64008" anchor="ctr">
                    <a:lnL w="6350" cap="flat" cmpd="sng" algn="ctr">
                      <a:no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lvl="1" indent="0" algn="r" defTabSz="914400" rtl="0" eaLnBrk="1" latinLnBrk="0" hangingPunct="1"/>
                      <a:r>
                        <a:rPr lang="en-US" sz="1000" b="1" kern="1200" dirty="0">
                          <a:solidFill>
                            <a:schemeClr val="tx1"/>
                          </a:solidFill>
                          <a:latin typeface="Arial" panose="020B0604020202020204" pitchFamily="34" charset="0"/>
                          <a:ea typeface="+mn-ea"/>
                          <a:cs typeface="Arial" panose="020B0604020202020204" pitchFamily="34" charset="0"/>
                        </a:rPr>
                        <a:t>8%</a:t>
                      </a:r>
                    </a:p>
                  </a:txBody>
                  <a:tcPr marR="45720" marT="0" marB="64008" anchor="ctr">
                    <a:lnL w="6350" cap="flat" cmpd="sng" algn="ctr">
                      <a:no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marL="0" lvl="1" indent="0" algn="r" defTabSz="914400" rtl="0" eaLnBrk="1" latinLnBrk="0" hangingPunct="1"/>
                      <a:endParaRPr lang="en-US" sz="700" b="1" kern="1200" dirty="0">
                        <a:solidFill>
                          <a:schemeClr val="tx1"/>
                        </a:solidFill>
                        <a:latin typeface="Arial" panose="020B0604020202020204" pitchFamily="34" charset="0"/>
                        <a:ea typeface="+mn-ea"/>
                        <a:cs typeface="Arial" panose="020B0604020202020204" pitchFamily="34" charset="0"/>
                      </a:endParaRPr>
                    </a:p>
                  </a:txBody>
                  <a:tcPr marR="45720" marT="0" marB="64008" anchor="ctr">
                    <a:lnL w="6350" cap="flat" cmpd="sng" algn="ctr">
                      <a:noFill/>
                      <a:prstDash val="solid"/>
                      <a:round/>
                      <a:headEnd type="none" w="med" len="med"/>
                      <a:tailEnd type="none" w="med" len="med"/>
                    </a:lnL>
                    <a:lnR w="12700" cmpd="sng">
                      <a:noFill/>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750564156"/>
                  </a:ext>
                </a:extLst>
              </a:tr>
              <a:tr h="156494">
                <a:tc>
                  <a:txBody>
                    <a:bodyPr/>
                    <a:lstStyle/>
                    <a:p>
                      <a:r>
                        <a:rPr lang="en-US" sz="1000" b="1" kern="1200" dirty="0">
                          <a:solidFill>
                            <a:schemeClr val="bg1"/>
                          </a:solidFill>
                          <a:latin typeface="Arial" panose="020B0604020202020204" pitchFamily="34" charset="0"/>
                          <a:ea typeface="+mn-ea"/>
                          <a:cs typeface="Arial" panose="020B0604020202020204" pitchFamily="34" charset="0"/>
                        </a:rPr>
                        <a:t>Category Label</a:t>
                      </a: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r"/>
                      <a:endParaRPr lang="en-US" sz="90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r"/>
                      <a:endParaRPr lang="en-US" sz="700" dirty="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r"/>
                      <a:endParaRPr lang="en-US" sz="90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ctr"/>
                      <a:endParaRPr lang="en-US" sz="9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a:txBody>
                    <a:bodyPr/>
                    <a:lstStyle/>
                    <a:p>
                      <a:pPr algn="r"/>
                      <a:endParaRPr lang="en-US" sz="900" dirty="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gridSpan="2">
                  <a:txBody>
                    <a:bodyPr/>
                    <a:lstStyle/>
                    <a:p>
                      <a:pPr algn="r"/>
                      <a:endParaRPr lang="en-US" sz="700" dirty="0">
                        <a:solidFill>
                          <a:schemeClr val="tx1"/>
                        </a:solidFill>
                        <a:latin typeface="Arial" panose="020B0604020202020204" pitchFamily="34" charset="0"/>
                        <a:cs typeface="Arial" panose="020B0604020202020204" pitchFamily="34" charset="0"/>
                      </a:endParaRPr>
                    </a:p>
                  </a:txBody>
                  <a:tcPr marR="45720" marT="0" marB="0" anchor="ctr">
                    <a:lnL w="7620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0047BB"/>
                    </a:solidFill>
                  </a:tcPr>
                </a:tc>
                <a:tc hMerge="1">
                  <a:txBody>
                    <a:bodyPr/>
                    <a:lstStyle/>
                    <a:p>
                      <a:endParaRPr lang="en-US"/>
                    </a:p>
                  </a:txBody>
                  <a:tcPr/>
                </a:tc>
                <a:extLst>
                  <a:ext uri="{0D108BD9-81ED-4DB2-BD59-A6C34878D82A}">
                    <a16:rowId xmlns:a16="http://schemas.microsoft.com/office/drawing/2014/main" val="3740384451"/>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Item Label</a:t>
                      </a:r>
                      <a:endPar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a:solidFill>
                            <a:schemeClr val="tx1"/>
                          </a:solidFill>
                          <a:latin typeface="Arial" panose="020B0604020202020204" pitchFamily="34" charset="0"/>
                          <a:cs typeface="Arial" panose="020B0604020202020204" pitchFamily="34" charset="0"/>
                        </a:rPr>
                        <a:t>$4,876</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$4,936</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$4,919</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$4,936</a:t>
                      </a:r>
                    </a:p>
                  </a:txBody>
                  <a:tcPr marR="45720" marT="0" marB="0" anchor="ctr">
                    <a:lnL w="6350" cap="flat" cmpd="sng" algn="ctr">
                      <a:noFill/>
                      <a:prstDash val="solid"/>
                      <a:round/>
                      <a:headEnd type="none" w="med" len="med"/>
                      <a:tailEnd type="none" w="med" len="med"/>
                    </a:lnL>
                    <a:lnR w="12700" cmpd="sng">
                      <a:noFill/>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gridSpan="2">
                  <a:txBody>
                    <a:bodyPr/>
                    <a:lstStyle/>
                    <a:p>
                      <a:pPr algn="r"/>
                      <a:endParaRPr lang="en-US" sz="700" dirty="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38100"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18903838"/>
                  </a:ext>
                </a:extLst>
              </a:tr>
              <a:tr h="19561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Item Label</a:t>
                      </a:r>
                    </a:p>
                  </a:txBody>
                  <a:tcPr marT="0" marB="0" anchor="ctr">
                    <a:lnL w="12700" cmpd="sng">
                      <a:noFill/>
                    </a:lnL>
                    <a:lnR w="762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24,400</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25,487</a:t>
                      </a:r>
                    </a:p>
                  </a:txBody>
                  <a:tcPr marR="45720" marT="0" marB="0"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r"/>
                      <a:endParaRPr lang="en-US" sz="700">
                        <a:solidFill>
                          <a:schemeClr val="tx1"/>
                        </a:solidFill>
                        <a:latin typeface="Arial" panose="020B0604020202020204" pitchFamily="34" charset="0"/>
                        <a:cs typeface="Arial" panose="020B0604020202020204" pitchFamily="34" charset="0"/>
                      </a:endParaRPr>
                    </a:p>
                  </a:txBody>
                  <a:tcPr marL="0" marR="0" marT="0" marB="0" anchor="ctr">
                    <a:lnL w="7620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24,846</a:t>
                      </a:r>
                    </a:p>
                  </a:txBody>
                  <a:tcPr marR="4572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Arial" panose="020B0604020202020204" pitchFamily="34" charset="0"/>
                          <a:ea typeface="+mn-ea"/>
                          <a:cs typeface="Arial" panose="020B0604020202020204" pitchFamily="34" charset="0"/>
                          <a:sym typeface="Webdings" panose="05030102010509060703" pitchFamily="18" charset="2"/>
                        </a:rPr>
                        <a: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r"/>
                      <a:r>
                        <a:rPr lang="en-US" sz="1000" dirty="0">
                          <a:solidFill>
                            <a:schemeClr val="tx1"/>
                          </a:solidFill>
                          <a:latin typeface="Arial" panose="020B0604020202020204" pitchFamily="34" charset="0"/>
                          <a:cs typeface="Arial" panose="020B0604020202020204" pitchFamily="34" charset="0"/>
                        </a:rPr>
                        <a:t>25,487</a:t>
                      </a: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gridSpan="2">
                  <a:txBody>
                    <a:bodyPr/>
                    <a:lstStyle/>
                    <a:p>
                      <a:pPr algn="r"/>
                      <a:endParaRPr lang="en-US" sz="700" dirty="0">
                        <a:solidFill>
                          <a:schemeClr val="tx1"/>
                        </a:solidFill>
                        <a:latin typeface="Arial" panose="020B0604020202020204" pitchFamily="34" charset="0"/>
                        <a:cs typeface="Arial" panose="020B0604020202020204" pitchFamily="34" charset="0"/>
                      </a:endParaRPr>
                    </a:p>
                  </a:txBody>
                  <a:tcPr marR="45720" marT="0" marB="0" anchor="ctr">
                    <a:lnL w="6350"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444186311"/>
                  </a:ext>
                </a:extLst>
              </a:tr>
            </a:tbl>
          </a:graphicData>
        </a:graphic>
      </p:graphicFrame>
      <p:sp>
        <p:nvSpPr>
          <p:cNvPr id="6" name="Text Placeholder 5">
            <a:extLst>
              <a:ext uri="{FF2B5EF4-FFF2-40B4-BE49-F238E27FC236}">
                <a16:creationId xmlns:a16="http://schemas.microsoft.com/office/drawing/2014/main" id="{67DA898D-5910-0D3E-3607-8C86D8A1D3AE}"/>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27</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897301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Table – version 2</a:t>
            </a:r>
          </a:p>
        </p:txBody>
      </p:sp>
      <p:sp>
        <p:nvSpPr>
          <p:cNvPr id="8" name="Content Placeholder 7">
            <a:extLst>
              <a:ext uri="{FF2B5EF4-FFF2-40B4-BE49-F238E27FC236}">
                <a16:creationId xmlns:a16="http://schemas.microsoft.com/office/drawing/2014/main" id="{766EE78D-228C-018E-DC5D-95B96EF17689}"/>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11" name="Rectangle 10">
            <a:extLst>
              <a:ext uri="{FF2B5EF4-FFF2-40B4-BE49-F238E27FC236}">
                <a16:creationId xmlns:a16="http://schemas.microsoft.com/office/drawing/2014/main" id="{58793428-95F8-9617-1DCF-50A170A37850}"/>
              </a:ext>
            </a:extLst>
          </p:cNvPr>
          <p:cNvSpPr/>
          <p:nvPr/>
        </p:nvSpPr>
        <p:spPr>
          <a:xfrm>
            <a:off x="8386401" y="2421476"/>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8" name="Content Placeholder 17">
            <a:extLst>
              <a:ext uri="{FF2B5EF4-FFF2-40B4-BE49-F238E27FC236}">
                <a16:creationId xmlns:a16="http://schemas.microsoft.com/office/drawing/2014/main" id="{10C4FA62-D858-991A-3908-A2435230DB38}"/>
              </a:ext>
            </a:extLst>
          </p:cNvPr>
          <p:cNvGraphicFramePr>
            <a:graphicFrameLocks noGrp="1"/>
          </p:cNvGraphicFramePr>
          <p:nvPr>
            <p:ph sz="half" idx="2"/>
          </p:nvPr>
        </p:nvGraphicFramePr>
        <p:xfrm>
          <a:off x="6275388" y="2941367"/>
          <a:ext cx="5288280" cy="1661772"/>
        </p:xfrm>
        <a:graphic>
          <a:graphicData uri="http://schemas.openxmlformats.org/drawingml/2006/table">
            <a:tbl>
              <a:tblPr firstRow="1" bandRow="1">
                <a:effectLst/>
                <a:tableStyleId>{5940675A-B579-460E-94D1-54222C63F5DA}</a:tableStyleId>
              </a:tblPr>
              <a:tblGrid>
                <a:gridCol w="1417603">
                  <a:extLst>
                    <a:ext uri="{9D8B030D-6E8A-4147-A177-3AD203B41FA5}">
                      <a16:colId xmlns:a16="http://schemas.microsoft.com/office/drawing/2014/main" val="1640032813"/>
                    </a:ext>
                  </a:extLst>
                </a:gridCol>
                <a:gridCol w="744514">
                  <a:extLst>
                    <a:ext uri="{9D8B030D-6E8A-4147-A177-3AD203B41FA5}">
                      <a16:colId xmlns:a16="http://schemas.microsoft.com/office/drawing/2014/main" val="1080758704"/>
                    </a:ext>
                  </a:extLst>
                </a:gridCol>
                <a:gridCol w="1097584">
                  <a:extLst>
                    <a:ext uri="{9D8B030D-6E8A-4147-A177-3AD203B41FA5}">
                      <a16:colId xmlns:a16="http://schemas.microsoft.com/office/drawing/2014/main" val="93474661"/>
                    </a:ext>
                  </a:extLst>
                </a:gridCol>
                <a:gridCol w="684411">
                  <a:extLst>
                    <a:ext uri="{9D8B030D-6E8A-4147-A177-3AD203B41FA5}">
                      <a16:colId xmlns:a16="http://schemas.microsoft.com/office/drawing/2014/main" val="3698583918"/>
                    </a:ext>
                  </a:extLst>
                </a:gridCol>
                <a:gridCol w="621792">
                  <a:extLst>
                    <a:ext uri="{9D8B030D-6E8A-4147-A177-3AD203B41FA5}">
                      <a16:colId xmlns:a16="http://schemas.microsoft.com/office/drawing/2014/main" val="4194610459"/>
                    </a:ext>
                  </a:extLst>
                </a:gridCol>
                <a:gridCol w="722376">
                  <a:extLst>
                    <a:ext uri="{9D8B030D-6E8A-4147-A177-3AD203B41FA5}">
                      <a16:colId xmlns:a16="http://schemas.microsoft.com/office/drawing/2014/main" val="413541879"/>
                    </a:ext>
                  </a:extLst>
                </a:gridCol>
              </a:tblGrid>
              <a:tr h="200819">
                <a:tc>
                  <a:txBody>
                    <a:bodyPr/>
                    <a:lstStyle/>
                    <a:p>
                      <a:r>
                        <a:rPr lang="en-US" sz="1200" b="1" i="0" dirty="0">
                          <a:solidFill>
                            <a:srgbClr val="F2F2F2"/>
                          </a:solidFill>
                          <a:latin typeface="Arial" panose="020B0604020202020204" pitchFamily="34" charset="0"/>
                          <a:cs typeface="Arial" panose="020B0604020202020204" pitchFamily="34" charset="0"/>
                        </a:rPr>
                        <a:t>Category</a:t>
                      </a:r>
                    </a:p>
                  </a:txBody>
                  <a:tcPr marL="94081" marR="94081" marT="47041" marB="47041" anchor="ctr" anchorCtr="1">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141B4D"/>
                    </a:solidFill>
                  </a:tcPr>
                </a:tc>
                <a:tc>
                  <a:txBody>
                    <a:bodyPr/>
                    <a:lstStyle/>
                    <a:p>
                      <a:pPr algn="ctr"/>
                      <a:r>
                        <a:rPr lang="en-US" sz="1200" b="1" i="0" dirty="0">
                          <a:solidFill>
                            <a:srgbClr val="F2F2F2"/>
                          </a:solidFill>
                          <a:latin typeface="Arial" panose="020B0604020202020204" pitchFamily="34" charset="0"/>
                          <a:cs typeface="Arial" panose="020B0604020202020204" pitchFamily="34" charset="0"/>
                        </a:rPr>
                        <a:t>X1</a:t>
                      </a:r>
                    </a:p>
                  </a:txBody>
                  <a:tcPr marL="94081" marR="94081" marT="47041" marB="47041"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141B4D"/>
                    </a:solidFill>
                  </a:tcPr>
                </a:tc>
                <a:tc>
                  <a:txBody>
                    <a:bodyPr/>
                    <a:lstStyle/>
                    <a:p>
                      <a:pPr algn="ctr"/>
                      <a:r>
                        <a:rPr lang="en-US" sz="1200" b="1" i="0" dirty="0">
                          <a:solidFill>
                            <a:srgbClr val="F2F2F2"/>
                          </a:solidFill>
                          <a:latin typeface="Arial" panose="020B0604020202020204" pitchFamily="34" charset="0"/>
                          <a:cs typeface="Arial" panose="020B0604020202020204" pitchFamily="34" charset="0"/>
                        </a:rPr>
                        <a:t>X2</a:t>
                      </a:r>
                    </a:p>
                  </a:txBody>
                  <a:tcPr marL="94081" marR="94081" marT="47041" marB="47041" anchor="ctr" anchorCtr="1">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141B4D"/>
                    </a:solidFill>
                  </a:tcPr>
                </a:tc>
                <a:tc gridSpan="3">
                  <a:txBody>
                    <a:bodyPr/>
                    <a:lstStyle/>
                    <a:p>
                      <a:pPr algn="ctr"/>
                      <a:r>
                        <a:rPr lang="en-US" sz="1200" b="1" i="0" dirty="0">
                          <a:solidFill>
                            <a:srgbClr val="F2F2F2"/>
                          </a:solidFill>
                          <a:latin typeface="Arial" panose="020B0604020202020204" pitchFamily="34" charset="0"/>
                          <a:cs typeface="Arial" panose="020B0604020202020204" pitchFamily="34" charset="0"/>
                        </a:rPr>
                        <a:t>X3</a:t>
                      </a:r>
                    </a:p>
                  </a:txBody>
                  <a:tcPr marL="94081" marR="94081" marT="47041" marB="47041"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141B4D"/>
                    </a:solidFill>
                  </a:tcPr>
                </a:tc>
                <a:tc hMerge="1">
                  <a:txBody>
                    <a:bodyPr/>
                    <a:lstStyle/>
                    <a:p>
                      <a:endParaRPr lang="en-US">
                        <a:solidFill>
                          <a:schemeClr val="bg1"/>
                        </a:solidFill>
                        <a:latin typeface="Arial" panose="020B0604020202020204" pitchFamily="34" charset="0"/>
                        <a:cs typeface="Arial" panose="020B0604020202020204" pitchFamily="34" charset="0"/>
                      </a:endParaRPr>
                    </a:p>
                  </a:txBody>
                  <a:tcPr/>
                </a:tc>
                <a:tc hMerge="1">
                  <a:txBody>
                    <a:bodyPr/>
                    <a:lstStyle/>
                    <a:p>
                      <a:endParaRPr lang="en-US">
                        <a:solidFill>
                          <a:schemeClr val="bg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17320615"/>
                  </a:ext>
                </a:extLst>
              </a:tr>
              <a:tr h="200819">
                <a:tc>
                  <a:txBody>
                    <a:bodyPr/>
                    <a:lstStyle/>
                    <a:p>
                      <a:pPr algn="ctr"/>
                      <a:endParaRPr lang="en-US" sz="1200" b="1" dirty="0">
                        <a:solidFill>
                          <a:schemeClr val="bg1"/>
                        </a:solidFill>
                        <a:latin typeface="Arial" panose="020B0604020202020204" pitchFamily="34" charset="0"/>
                        <a:cs typeface="Arial" panose="020B0604020202020204" pitchFamily="34" charset="0"/>
                      </a:endParaRPr>
                    </a:p>
                  </a:txBody>
                  <a:tcPr marL="94081" marR="94081" marT="47041" marB="47041"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ctr"/>
                      <a:r>
                        <a:rPr lang="en-US" sz="1200" b="1" dirty="0">
                          <a:solidFill>
                            <a:schemeClr val="bg1"/>
                          </a:solidFill>
                          <a:latin typeface="Arial" panose="020B0604020202020204" pitchFamily="34" charset="0"/>
                          <a:cs typeface="Arial" panose="020B0604020202020204" pitchFamily="34" charset="0"/>
                        </a:rPr>
                        <a:t>QX</a:t>
                      </a:r>
                    </a:p>
                  </a:txBody>
                  <a:tcPr marL="94081" marR="94081" marT="47041" marB="470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ctr"/>
                      <a:r>
                        <a:rPr lang="en-US" sz="1200" b="1" dirty="0">
                          <a:solidFill>
                            <a:schemeClr val="bg1"/>
                          </a:solidFill>
                          <a:latin typeface="Arial" panose="020B0604020202020204" pitchFamily="34" charset="0"/>
                          <a:cs typeface="Arial" panose="020B0604020202020204" pitchFamily="34" charset="0"/>
                        </a:rPr>
                        <a:t>QX</a:t>
                      </a:r>
                    </a:p>
                  </a:txBody>
                  <a:tcPr marL="94081" marR="94081" marT="47041" marB="470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ctr"/>
                      <a:r>
                        <a:rPr lang="en-US" sz="1200" b="1">
                          <a:solidFill>
                            <a:schemeClr val="bg1"/>
                          </a:solidFill>
                          <a:latin typeface="Arial" panose="020B0604020202020204" pitchFamily="34" charset="0"/>
                          <a:cs typeface="Arial" panose="020B0604020202020204" pitchFamily="34" charset="0"/>
                        </a:rPr>
                        <a:t>Low</a:t>
                      </a:r>
                    </a:p>
                  </a:txBody>
                  <a:tcPr marL="94081" marR="94081" marT="47041" marB="470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ctr"/>
                      <a:r>
                        <a:rPr lang="en-US" sz="1200" b="1">
                          <a:solidFill>
                            <a:schemeClr val="bg1"/>
                          </a:solidFill>
                          <a:latin typeface="Arial" panose="020B0604020202020204" pitchFamily="34" charset="0"/>
                          <a:cs typeface="Arial" panose="020B0604020202020204" pitchFamily="34" charset="0"/>
                        </a:rPr>
                        <a:t>Med</a:t>
                      </a:r>
                    </a:p>
                  </a:txBody>
                  <a:tcPr marL="94081" marR="94081" marT="47041" marB="4704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tc>
                  <a:txBody>
                    <a:bodyPr/>
                    <a:lstStyle/>
                    <a:p>
                      <a:pPr algn="ctr"/>
                      <a:r>
                        <a:rPr lang="en-US" sz="1200" b="1">
                          <a:solidFill>
                            <a:schemeClr val="bg1"/>
                          </a:solidFill>
                          <a:latin typeface="Arial" panose="020B0604020202020204" pitchFamily="34" charset="0"/>
                          <a:cs typeface="Arial" panose="020B0604020202020204" pitchFamily="34" charset="0"/>
                        </a:rPr>
                        <a:t>High</a:t>
                      </a:r>
                    </a:p>
                  </a:txBody>
                  <a:tcPr marL="94081" marR="94081" marT="47041" marB="47041"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47BB"/>
                    </a:solidFill>
                  </a:tcPr>
                </a:tc>
                <a:extLst>
                  <a:ext uri="{0D108BD9-81ED-4DB2-BD59-A6C34878D82A}">
                    <a16:rowId xmlns:a16="http://schemas.microsoft.com/office/drawing/2014/main" val="2087863193"/>
                  </a:ext>
                </a:extLst>
              </a:tr>
              <a:tr h="249015">
                <a:tc>
                  <a:txBody>
                    <a:bodyPr/>
                    <a:lstStyle/>
                    <a:p>
                      <a:r>
                        <a:rPr lang="en-US" sz="1200" b="0" dirty="0">
                          <a:solidFill>
                            <a:srgbClr val="141B4D"/>
                          </a:solidFill>
                          <a:latin typeface="Arial" panose="020B0604020202020204" pitchFamily="34" charset="0"/>
                          <a:cs typeface="Arial" panose="020B0604020202020204" pitchFamily="34" charset="0"/>
                        </a:rPr>
                        <a:t>Item Label</a:t>
                      </a:r>
                    </a:p>
                  </a:txBody>
                  <a:tcPr marL="94081" marR="94081" marT="47041" marB="47041"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765</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1.6B</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14%</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0%</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86%</a:t>
                      </a:r>
                    </a:p>
                  </a:txBody>
                  <a:tcPr marL="9525" marR="9525" marT="9525"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02835469"/>
                  </a:ext>
                </a:extLst>
              </a:tr>
              <a:tr h="249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141B4D"/>
                          </a:solidFill>
                          <a:latin typeface="Arial" panose="020B0604020202020204" pitchFamily="34" charset="0"/>
                          <a:cs typeface="Arial" panose="020B0604020202020204" pitchFamily="34" charset="0"/>
                        </a:rPr>
                        <a:t>Item Label</a:t>
                      </a:r>
                    </a:p>
                  </a:txBody>
                  <a:tcPr marL="94081" marR="94081" marT="47041" marB="47041"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506</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1.1B</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55%</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43%</a:t>
                      </a:r>
                    </a:p>
                  </a:txBody>
                  <a:tcPr marL="9525" marR="9525" marT="9525"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extLst>
                  <a:ext uri="{0D108BD9-81ED-4DB2-BD59-A6C34878D82A}">
                    <a16:rowId xmlns:a16="http://schemas.microsoft.com/office/drawing/2014/main" val="2230643542"/>
                  </a:ext>
                </a:extLst>
              </a:tr>
              <a:tr h="265303">
                <a:tc>
                  <a:txBody>
                    <a:bodyPr/>
                    <a:lstStyle/>
                    <a:p>
                      <a:r>
                        <a:rPr lang="en-US" sz="1200" b="0" dirty="0">
                          <a:solidFill>
                            <a:srgbClr val="141B4D"/>
                          </a:solidFill>
                          <a:latin typeface="Arial" panose="020B0604020202020204" pitchFamily="34" charset="0"/>
                          <a:cs typeface="Arial" panose="020B0604020202020204" pitchFamily="34" charset="0"/>
                        </a:rPr>
                        <a:t>Item Label</a:t>
                      </a:r>
                    </a:p>
                  </a:txBody>
                  <a:tcPr marL="94081" marR="94081" marT="47041" marB="47041"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481</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329M</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49%</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6%</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45%</a:t>
                      </a:r>
                    </a:p>
                  </a:txBody>
                  <a:tcPr marL="9525" marR="9525" marT="9525"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extLst>
                  <a:ext uri="{0D108BD9-81ED-4DB2-BD59-A6C34878D82A}">
                    <a16:rowId xmlns:a16="http://schemas.microsoft.com/office/drawing/2014/main" val="2723915785"/>
                  </a:ext>
                </a:extLst>
              </a:tr>
              <a:tr h="249015">
                <a:tc>
                  <a:txBody>
                    <a:bodyPr/>
                    <a:lstStyle/>
                    <a:p>
                      <a:r>
                        <a:rPr lang="en-US" sz="1200" b="0" dirty="0">
                          <a:solidFill>
                            <a:srgbClr val="141B4D"/>
                          </a:solidFill>
                          <a:latin typeface="Arial" panose="020B0604020202020204" pitchFamily="34" charset="0"/>
                          <a:cs typeface="Arial" panose="020B0604020202020204" pitchFamily="34" charset="0"/>
                        </a:rPr>
                        <a:t>Item Label</a:t>
                      </a:r>
                    </a:p>
                  </a:txBody>
                  <a:tcPr marL="94081" marR="94081" marT="47041" marB="47041"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83</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217M</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50196"/>
                      </a:srgbClr>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59%</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cs typeface="Arial" panose="020B0604020202020204" pitchFamily="34" charset="0"/>
                        </a:rPr>
                        <a:t>2%</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cs typeface="Arial" panose="020B0604020202020204" pitchFamily="34" charset="0"/>
                        </a:rPr>
                        <a:t>39%</a:t>
                      </a:r>
                    </a:p>
                  </a:txBody>
                  <a:tcPr marL="9525" marR="9525" marT="9525"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08364777"/>
                  </a:ext>
                </a:extLst>
              </a:tr>
            </a:tbl>
          </a:graphicData>
        </a:graphic>
      </p:graphicFrame>
      <p:sp>
        <p:nvSpPr>
          <p:cNvPr id="10" name="Text Placeholder 9">
            <a:extLst>
              <a:ext uri="{FF2B5EF4-FFF2-40B4-BE49-F238E27FC236}">
                <a16:creationId xmlns:a16="http://schemas.microsoft.com/office/drawing/2014/main" id="{5C2C75FB-35D2-326B-13DE-349540B97CAA}"/>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28</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737870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Line Graph</a:t>
            </a:r>
          </a:p>
        </p:txBody>
      </p:sp>
      <p:sp>
        <p:nvSpPr>
          <p:cNvPr id="12" name="Content Placeholder 11">
            <a:extLst>
              <a:ext uri="{FF2B5EF4-FFF2-40B4-BE49-F238E27FC236}">
                <a16:creationId xmlns:a16="http://schemas.microsoft.com/office/drawing/2014/main" id="{6E85D8A5-0369-B534-9FF3-2D1D945D7BFB}"/>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graphicFrame>
        <p:nvGraphicFramePr>
          <p:cNvPr id="10" name="Content Placeholder 7">
            <a:extLst>
              <a:ext uri="{FF2B5EF4-FFF2-40B4-BE49-F238E27FC236}">
                <a16:creationId xmlns:a16="http://schemas.microsoft.com/office/drawing/2014/main" id="{DAB8F3E4-74CF-2FB3-7A4F-F97587AA749A}"/>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1805592297"/>
              </p:ext>
            </p:extLst>
          </p:nvPr>
        </p:nvGraphicFramePr>
        <p:xfrm>
          <a:off x="6275388" y="1595438"/>
          <a:ext cx="5410200" cy="435451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6">
            <a:extLst>
              <a:ext uri="{FF2B5EF4-FFF2-40B4-BE49-F238E27FC236}">
                <a16:creationId xmlns:a16="http://schemas.microsoft.com/office/drawing/2014/main" id="{7E65A453-3507-09BB-6835-897E75DCDE43}"/>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29</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99881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Concentric Circles – version 1</a:t>
            </a:r>
          </a:p>
        </p:txBody>
      </p:sp>
      <p:sp>
        <p:nvSpPr>
          <p:cNvPr id="6" name="Content Placeholder 5">
            <a:extLst>
              <a:ext uri="{FF2B5EF4-FFF2-40B4-BE49-F238E27FC236}">
                <a16:creationId xmlns:a16="http://schemas.microsoft.com/office/drawing/2014/main" id="{F4AE80C0-3CA0-B75D-D968-B91C9A944B60}"/>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8" name="Rectangle 7">
            <a:extLst>
              <a:ext uri="{FF2B5EF4-FFF2-40B4-BE49-F238E27FC236}">
                <a16:creationId xmlns:a16="http://schemas.microsoft.com/office/drawing/2014/main" id="{D42ED604-7241-E958-3D98-C8B17D01A490}"/>
              </a:ext>
            </a:extLst>
          </p:cNvPr>
          <p:cNvSpPr/>
          <p:nvPr/>
        </p:nvSpPr>
        <p:spPr>
          <a:xfrm>
            <a:off x="8447361" y="1595120"/>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51" name="Content Placeholder 50">
            <a:extLst>
              <a:ext uri="{FF2B5EF4-FFF2-40B4-BE49-F238E27FC236}">
                <a16:creationId xmlns:a16="http://schemas.microsoft.com/office/drawing/2014/main" id="{EC0D11E4-EC91-098D-D3CF-804930D5A5C6}"/>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443014795"/>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0" name="Text Placeholder 49">
            <a:extLst>
              <a:ext uri="{FF2B5EF4-FFF2-40B4-BE49-F238E27FC236}">
                <a16:creationId xmlns:a16="http://schemas.microsoft.com/office/drawing/2014/main" id="{4BF46237-FBAF-779E-E655-5FB1AC42DF8C}"/>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30</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429716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Concentric Circles – version 2</a:t>
            </a:r>
          </a:p>
        </p:txBody>
      </p:sp>
      <p:sp>
        <p:nvSpPr>
          <p:cNvPr id="8" name="Content Placeholder 7">
            <a:extLst>
              <a:ext uri="{FF2B5EF4-FFF2-40B4-BE49-F238E27FC236}">
                <a16:creationId xmlns:a16="http://schemas.microsoft.com/office/drawing/2014/main" id="{C643AE9C-1FD9-AF1B-708D-9310035E8B82}"/>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9" name="Rectangle 8">
            <a:extLst>
              <a:ext uri="{FF2B5EF4-FFF2-40B4-BE49-F238E27FC236}">
                <a16:creationId xmlns:a16="http://schemas.microsoft.com/office/drawing/2014/main" id="{08B7D77F-D7A4-E1E8-19CB-DDFBF7819DCE}"/>
              </a:ext>
            </a:extLst>
          </p:cNvPr>
          <p:cNvSpPr/>
          <p:nvPr/>
        </p:nvSpPr>
        <p:spPr>
          <a:xfrm>
            <a:off x="8447361" y="1171773"/>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0" name="Content Placeholder 47">
            <a:extLst>
              <a:ext uri="{FF2B5EF4-FFF2-40B4-BE49-F238E27FC236}">
                <a16:creationId xmlns:a16="http://schemas.microsoft.com/office/drawing/2014/main" id="{2AC519FA-A15B-59C0-95AE-B84B590B9A01}"/>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532818095"/>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0" name="Text Placeholder 49">
            <a:extLst>
              <a:ext uri="{FF2B5EF4-FFF2-40B4-BE49-F238E27FC236}">
                <a16:creationId xmlns:a16="http://schemas.microsoft.com/office/drawing/2014/main" id="{4BF46237-FBAF-779E-E655-5FB1AC42DF8C}"/>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31</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319501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Pyramid Model</a:t>
            </a:r>
          </a:p>
        </p:txBody>
      </p:sp>
      <p:sp>
        <p:nvSpPr>
          <p:cNvPr id="8" name="Content Placeholder 7">
            <a:extLst>
              <a:ext uri="{FF2B5EF4-FFF2-40B4-BE49-F238E27FC236}">
                <a16:creationId xmlns:a16="http://schemas.microsoft.com/office/drawing/2014/main" id="{E9B1943B-9B8C-4C3E-E936-0841023A7C93}"/>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9" name="Rectangle 8">
            <a:extLst>
              <a:ext uri="{FF2B5EF4-FFF2-40B4-BE49-F238E27FC236}">
                <a16:creationId xmlns:a16="http://schemas.microsoft.com/office/drawing/2014/main" id="{3E050C08-5496-2279-9537-35E8C32E585C}"/>
              </a:ext>
            </a:extLst>
          </p:cNvPr>
          <p:cNvSpPr/>
          <p:nvPr/>
        </p:nvSpPr>
        <p:spPr>
          <a:xfrm>
            <a:off x="8450428" y="1075547"/>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0" name="Content Placeholder 12">
            <a:extLst>
              <a:ext uri="{FF2B5EF4-FFF2-40B4-BE49-F238E27FC236}">
                <a16:creationId xmlns:a16="http://schemas.microsoft.com/office/drawing/2014/main" id="{8D7C7701-CAB5-9A38-B5DF-0EBC7078FF74}"/>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2608600326"/>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 Placeholder 11">
            <a:extLst>
              <a:ext uri="{FF2B5EF4-FFF2-40B4-BE49-F238E27FC236}">
                <a16:creationId xmlns:a16="http://schemas.microsoft.com/office/drawing/2014/main" id="{06E89795-F59B-3BEA-C004-1168D275DAA1}"/>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32</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3451580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Waterfall Chart</a:t>
            </a:r>
          </a:p>
        </p:txBody>
      </p:sp>
      <p:sp>
        <p:nvSpPr>
          <p:cNvPr id="7" name="Content Placeholder 6">
            <a:extLst>
              <a:ext uri="{FF2B5EF4-FFF2-40B4-BE49-F238E27FC236}">
                <a16:creationId xmlns:a16="http://schemas.microsoft.com/office/drawing/2014/main" id="{B4EFC678-DC4F-B334-65E6-1AC834281D41}"/>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mc:AlternateContent xmlns:mc="http://schemas.openxmlformats.org/markup-compatibility/2006" xmlns:cx1="http://schemas.microsoft.com/office/drawing/2015/9/8/chartex">
        <mc:Choice Requires="cx1">
          <p:graphicFrame>
            <p:nvGraphicFramePr>
              <p:cNvPr id="12" name="Content Placeholder 13">
                <a:extLst>
                  <a:ext uri="{FF2B5EF4-FFF2-40B4-BE49-F238E27FC236}">
                    <a16:creationId xmlns:a16="http://schemas.microsoft.com/office/drawing/2014/main" id="{EE8ABB0A-F590-D498-D410-D24DDA61C63C}"/>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2575412464"/>
                  </p:ext>
                </p:extLst>
              </p:nvPr>
            </p:nvGraphicFramePr>
            <p:xfrm>
              <a:off x="6275388" y="1595438"/>
              <a:ext cx="5410200" cy="43545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2" name="Content Placeholder 13">
                <a:extLst>
                  <a:ext uri="{FF2B5EF4-FFF2-40B4-BE49-F238E27FC236}">
                    <a16:creationId xmlns:a16="http://schemas.microsoft.com/office/drawing/2014/main" id="{EE8ABB0A-F590-D498-D410-D24DDA61C63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6275388" y="1595438"/>
                <a:ext cx="5410200" cy="4354512"/>
              </a:xfrm>
              <a:prstGeom prst="rect">
                <a:avLst/>
              </a:prstGeom>
            </p:spPr>
          </p:pic>
        </mc:Fallback>
      </mc:AlternateContent>
      <p:sp>
        <p:nvSpPr>
          <p:cNvPr id="9" name="Text Placeholder 8">
            <a:extLst>
              <a:ext uri="{FF2B5EF4-FFF2-40B4-BE49-F238E27FC236}">
                <a16:creationId xmlns:a16="http://schemas.microsoft.com/office/drawing/2014/main" id="{7EC9EF81-9E7A-9067-4F97-B588B466799C}"/>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33</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222781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Linear process map</a:t>
            </a:r>
          </a:p>
        </p:txBody>
      </p:sp>
      <p:sp>
        <p:nvSpPr>
          <p:cNvPr id="24" name="TextBox 23">
            <a:extLst>
              <a:ext uri="{FF2B5EF4-FFF2-40B4-BE49-F238E27FC236}">
                <a16:creationId xmlns:a16="http://schemas.microsoft.com/office/drawing/2014/main" id="{19F0DE77-C176-47F6-8063-A1ABDD4C5CFD}"/>
              </a:ext>
            </a:extLst>
          </p:cNvPr>
          <p:cNvSpPr txBox="1"/>
          <p:nvPr/>
        </p:nvSpPr>
        <p:spPr>
          <a:xfrm>
            <a:off x="1097756" y="1842541"/>
            <a:ext cx="1300162" cy="307777"/>
          </a:xfrm>
          <a:prstGeom prst="rect">
            <a:avLst/>
          </a:prstGeom>
          <a:noFill/>
        </p:spPr>
        <p:txBody>
          <a:bodyPr wrap="square">
            <a:spAutoFit/>
          </a:bodyPr>
          <a:lstStyle/>
          <a:p>
            <a:pPr algn="ctr"/>
            <a:r>
              <a:rPr lang="en-GB" sz="1400" b="1" dirty="0"/>
              <a:t>Label</a:t>
            </a:r>
          </a:p>
        </p:txBody>
      </p:sp>
      <p:sp>
        <p:nvSpPr>
          <p:cNvPr id="29" name="Left Bracket 28">
            <a:extLst>
              <a:ext uri="{FF2B5EF4-FFF2-40B4-BE49-F238E27FC236}">
                <a16:creationId xmlns:a16="http://schemas.microsoft.com/office/drawing/2014/main" id="{4B50C52E-6B07-43C3-87AD-DCB7415D000D}"/>
              </a:ext>
              <a:ext uri="{C183D7F6-B498-43B3-948B-1728B52AA6E4}">
                <adec:decorative xmlns:adec="http://schemas.microsoft.com/office/drawing/2017/decorative" val="1"/>
              </a:ext>
            </a:extLst>
          </p:cNvPr>
          <p:cNvSpPr/>
          <p:nvPr/>
        </p:nvSpPr>
        <p:spPr>
          <a:xfrm rot="5400000">
            <a:off x="1724977" y="1291479"/>
            <a:ext cx="45719" cy="173736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B16DCAC2-9909-4410-B698-3C0984CEAC34}"/>
              </a:ext>
            </a:extLst>
          </p:cNvPr>
          <p:cNvSpPr/>
          <p:nvPr/>
        </p:nvSpPr>
        <p:spPr>
          <a:xfrm>
            <a:off x="914400" y="2514600"/>
            <a:ext cx="1666875" cy="14954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r>
              <a:rPr lang="en-US" b="1" dirty="0">
                <a:solidFill>
                  <a:schemeClr val="bg1"/>
                </a:solidFill>
              </a:rPr>
              <a:t>Label</a:t>
            </a:r>
            <a:endParaRPr lang="en-US" sz="1600" b="1" dirty="0">
              <a:solidFill>
                <a:schemeClr val="bg1"/>
              </a:solidFill>
            </a:endParaRPr>
          </a:p>
        </p:txBody>
      </p:sp>
      <p:sp>
        <p:nvSpPr>
          <p:cNvPr id="11" name="TextBox 10">
            <a:extLst>
              <a:ext uri="{FF2B5EF4-FFF2-40B4-BE49-F238E27FC236}">
                <a16:creationId xmlns:a16="http://schemas.microsoft.com/office/drawing/2014/main" id="{B1BDBB54-2401-4C9B-A823-F09758CB7AA2}"/>
              </a:ext>
            </a:extLst>
          </p:cNvPr>
          <p:cNvSpPr txBox="1"/>
          <p:nvPr/>
        </p:nvSpPr>
        <p:spPr>
          <a:xfrm>
            <a:off x="1097756" y="4139158"/>
            <a:ext cx="1300162" cy="830997"/>
          </a:xfrm>
          <a:prstGeom prst="rect">
            <a:avLst/>
          </a:prstGeom>
          <a:noFill/>
        </p:spPr>
        <p:txBody>
          <a:bodyPr wrap="square">
            <a:spAutoFit/>
          </a:bodyPr>
          <a:lstStyle/>
          <a:p>
            <a:pPr algn="ctr"/>
            <a:r>
              <a:rPr lang="en-GB" sz="1200" dirty="0"/>
              <a:t>Enter a brief description here, no more than four lines</a:t>
            </a:r>
          </a:p>
        </p:txBody>
      </p:sp>
      <p:sp>
        <p:nvSpPr>
          <p:cNvPr id="10" name="Isosceles Triangle 9">
            <a:extLst>
              <a:ext uri="{FF2B5EF4-FFF2-40B4-BE49-F238E27FC236}">
                <a16:creationId xmlns:a16="http://schemas.microsoft.com/office/drawing/2014/main" id="{BC3F4D9B-E38A-4022-887F-5824B4C3C1F0}"/>
              </a:ext>
              <a:ext uri="{C183D7F6-B498-43B3-948B-1728B52AA6E4}">
                <adec:decorative xmlns:adec="http://schemas.microsoft.com/office/drawing/2017/decorative" val="1"/>
              </a:ext>
            </a:extLst>
          </p:cNvPr>
          <p:cNvSpPr/>
          <p:nvPr/>
        </p:nvSpPr>
        <p:spPr>
          <a:xfrm rot="5400000">
            <a:off x="2737462" y="3156267"/>
            <a:ext cx="238125" cy="16446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26" name="TextBox 25">
            <a:extLst>
              <a:ext uri="{FF2B5EF4-FFF2-40B4-BE49-F238E27FC236}">
                <a16:creationId xmlns:a16="http://schemas.microsoft.com/office/drawing/2014/main" id="{130F40AC-CB45-40FA-96F9-961D5F831D37}"/>
              </a:ext>
            </a:extLst>
          </p:cNvPr>
          <p:cNvSpPr txBox="1"/>
          <p:nvPr/>
        </p:nvSpPr>
        <p:spPr>
          <a:xfrm>
            <a:off x="4387668" y="1840775"/>
            <a:ext cx="1300162" cy="307777"/>
          </a:xfrm>
          <a:prstGeom prst="rect">
            <a:avLst/>
          </a:prstGeom>
          <a:noFill/>
        </p:spPr>
        <p:txBody>
          <a:bodyPr wrap="square">
            <a:spAutoFit/>
          </a:bodyPr>
          <a:lstStyle/>
          <a:p>
            <a:pPr algn="ctr"/>
            <a:r>
              <a:rPr lang="en-GB" sz="1400" b="1" dirty="0"/>
              <a:t>Label</a:t>
            </a:r>
          </a:p>
        </p:txBody>
      </p:sp>
      <p:sp>
        <p:nvSpPr>
          <p:cNvPr id="6" name="Left Bracket 5">
            <a:extLst>
              <a:ext uri="{FF2B5EF4-FFF2-40B4-BE49-F238E27FC236}">
                <a16:creationId xmlns:a16="http://schemas.microsoft.com/office/drawing/2014/main" id="{7964952C-5CB4-4D4D-BBFA-83078EEFA934}"/>
              </a:ext>
              <a:ext uri="{C183D7F6-B498-43B3-948B-1728B52AA6E4}">
                <adec:decorative xmlns:adec="http://schemas.microsoft.com/office/drawing/2017/decorative" val="1"/>
              </a:ext>
            </a:extLst>
          </p:cNvPr>
          <p:cNvSpPr/>
          <p:nvPr/>
        </p:nvSpPr>
        <p:spPr>
          <a:xfrm rot="5400000">
            <a:off x="4996815" y="103788"/>
            <a:ext cx="45719" cy="411480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1079A31B-FA6F-4D2B-B8D0-3906DF1D7C73}"/>
              </a:ext>
            </a:extLst>
          </p:cNvPr>
          <p:cNvSpPr/>
          <p:nvPr/>
        </p:nvSpPr>
        <p:spPr>
          <a:xfrm>
            <a:off x="3095625" y="2514599"/>
            <a:ext cx="1666875" cy="1495425"/>
          </a:xfrm>
          <a:prstGeom prst="rect">
            <a:avLst/>
          </a:prstGeom>
          <a:solidFill>
            <a:srgbClr val="1F74DB"/>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r>
              <a:rPr lang="en-US" b="1" dirty="0">
                <a:solidFill>
                  <a:schemeClr val="bg1"/>
                </a:solidFill>
              </a:rPr>
              <a:t>Label</a:t>
            </a:r>
            <a:endParaRPr lang="en-US" sz="1600" b="1" dirty="0">
              <a:solidFill>
                <a:schemeClr val="bg1"/>
              </a:solidFill>
            </a:endParaRPr>
          </a:p>
        </p:txBody>
      </p:sp>
      <p:sp>
        <p:nvSpPr>
          <p:cNvPr id="12" name="TextBox 11">
            <a:extLst>
              <a:ext uri="{FF2B5EF4-FFF2-40B4-BE49-F238E27FC236}">
                <a16:creationId xmlns:a16="http://schemas.microsoft.com/office/drawing/2014/main" id="{EB62E062-7E04-4626-A5E1-F80DEDB31436}"/>
              </a:ext>
            </a:extLst>
          </p:cNvPr>
          <p:cNvSpPr txBox="1"/>
          <p:nvPr/>
        </p:nvSpPr>
        <p:spPr>
          <a:xfrm>
            <a:off x="3278981" y="4142571"/>
            <a:ext cx="1300162" cy="830997"/>
          </a:xfrm>
          <a:prstGeom prst="rect">
            <a:avLst/>
          </a:prstGeom>
          <a:noFill/>
        </p:spPr>
        <p:txBody>
          <a:bodyPr wrap="square">
            <a:spAutoFit/>
          </a:bodyPr>
          <a:lstStyle/>
          <a:p>
            <a:pPr algn="ctr"/>
            <a:r>
              <a:rPr lang="en-GB" sz="1200" dirty="0"/>
              <a:t>Enter a brief description here, no more than four lines</a:t>
            </a:r>
          </a:p>
        </p:txBody>
      </p:sp>
      <p:sp>
        <p:nvSpPr>
          <p:cNvPr id="14" name="Isosceles Triangle 13">
            <a:extLst>
              <a:ext uri="{FF2B5EF4-FFF2-40B4-BE49-F238E27FC236}">
                <a16:creationId xmlns:a16="http://schemas.microsoft.com/office/drawing/2014/main" id="{118D111F-B71A-4590-BE66-F06F2BAD75E4}"/>
              </a:ext>
              <a:ext uri="{C183D7F6-B498-43B3-948B-1728B52AA6E4}">
                <adec:decorative xmlns:adec="http://schemas.microsoft.com/office/drawing/2017/decorative" val="1"/>
              </a:ext>
            </a:extLst>
          </p:cNvPr>
          <p:cNvSpPr/>
          <p:nvPr/>
        </p:nvSpPr>
        <p:spPr>
          <a:xfrm rot="5400000">
            <a:off x="4918687" y="3156267"/>
            <a:ext cx="238125" cy="16446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13" name="Rectangle 12">
            <a:extLst>
              <a:ext uri="{FF2B5EF4-FFF2-40B4-BE49-F238E27FC236}">
                <a16:creationId xmlns:a16="http://schemas.microsoft.com/office/drawing/2014/main" id="{B7BAD72C-35F6-4132-8FA0-DEBD996200D5}"/>
              </a:ext>
            </a:extLst>
          </p:cNvPr>
          <p:cNvSpPr/>
          <p:nvPr/>
        </p:nvSpPr>
        <p:spPr>
          <a:xfrm>
            <a:off x="5276850" y="2514599"/>
            <a:ext cx="1666875" cy="1495425"/>
          </a:xfrm>
          <a:prstGeom prst="rect">
            <a:avLst/>
          </a:prstGeom>
          <a:solidFill>
            <a:srgbClr val="1F74DB"/>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r>
              <a:rPr lang="en-US" b="1" dirty="0">
                <a:solidFill>
                  <a:schemeClr val="bg1"/>
                </a:solidFill>
              </a:rPr>
              <a:t>Label</a:t>
            </a:r>
            <a:endParaRPr lang="en-US" sz="1600" b="1" dirty="0">
              <a:solidFill>
                <a:schemeClr val="bg1"/>
              </a:solidFill>
            </a:endParaRPr>
          </a:p>
        </p:txBody>
      </p:sp>
      <p:sp>
        <p:nvSpPr>
          <p:cNvPr id="15" name="TextBox 14">
            <a:extLst>
              <a:ext uri="{FF2B5EF4-FFF2-40B4-BE49-F238E27FC236}">
                <a16:creationId xmlns:a16="http://schemas.microsoft.com/office/drawing/2014/main" id="{E2CA83F5-7F34-4E27-8B65-F06411D4C6C4}"/>
              </a:ext>
            </a:extLst>
          </p:cNvPr>
          <p:cNvSpPr txBox="1"/>
          <p:nvPr/>
        </p:nvSpPr>
        <p:spPr>
          <a:xfrm>
            <a:off x="5460206" y="4142571"/>
            <a:ext cx="1300162" cy="830997"/>
          </a:xfrm>
          <a:prstGeom prst="rect">
            <a:avLst/>
          </a:prstGeom>
          <a:noFill/>
        </p:spPr>
        <p:txBody>
          <a:bodyPr wrap="square">
            <a:spAutoFit/>
          </a:bodyPr>
          <a:lstStyle/>
          <a:p>
            <a:pPr algn="ctr"/>
            <a:r>
              <a:rPr lang="en-GB" sz="1200" dirty="0"/>
              <a:t>Enter a brief description here, no more than four lines</a:t>
            </a:r>
          </a:p>
        </p:txBody>
      </p:sp>
      <p:sp>
        <p:nvSpPr>
          <p:cNvPr id="19" name="Isosceles Triangle 18">
            <a:extLst>
              <a:ext uri="{FF2B5EF4-FFF2-40B4-BE49-F238E27FC236}">
                <a16:creationId xmlns:a16="http://schemas.microsoft.com/office/drawing/2014/main" id="{28AEA275-1D72-4FF8-B7B5-3282CDEEE5CE}"/>
              </a:ext>
              <a:ext uri="{C183D7F6-B498-43B3-948B-1728B52AA6E4}">
                <adec:decorative xmlns:adec="http://schemas.microsoft.com/office/drawing/2017/decorative" val="1"/>
              </a:ext>
            </a:extLst>
          </p:cNvPr>
          <p:cNvSpPr/>
          <p:nvPr/>
        </p:nvSpPr>
        <p:spPr>
          <a:xfrm rot="5400000">
            <a:off x="7099912" y="3152854"/>
            <a:ext cx="238125" cy="16446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27" name="TextBox 26">
            <a:extLst>
              <a:ext uri="{FF2B5EF4-FFF2-40B4-BE49-F238E27FC236}">
                <a16:creationId xmlns:a16="http://schemas.microsoft.com/office/drawing/2014/main" id="{5B42992B-CCD5-4201-97BC-1B4C56C8A543}"/>
              </a:ext>
            </a:extLst>
          </p:cNvPr>
          <p:cNvSpPr txBox="1"/>
          <p:nvPr/>
        </p:nvSpPr>
        <p:spPr>
          <a:xfrm>
            <a:off x="7641431" y="1842541"/>
            <a:ext cx="1300162" cy="307777"/>
          </a:xfrm>
          <a:prstGeom prst="rect">
            <a:avLst/>
          </a:prstGeom>
          <a:noFill/>
        </p:spPr>
        <p:txBody>
          <a:bodyPr wrap="square">
            <a:spAutoFit/>
          </a:bodyPr>
          <a:lstStyle/>
          <a:p>
            <a:pPr algn="ctr"/>
            <a:r>
              <a:rPr lang="en-GB" sz="1400" b="1" dirty="0"/>
              <a:t>Label</a:t>
            </a:r>
          </a:p>
        </p:txBody>
      </p:sp>
      <p:sp>
        <p:nvSpPr>
          <p:cNvPr id="30" name="Left Bracket 29">
            <a:extLst>
              <a:ext uri="{FF2B5EF4-FFF2-40B4-BE49-F238E27FC236}">
                <a16:creationId xmlns:a16="http://schemas.microsoft.com/office/drawing/2014/main" id="{3D59B0DC-AEC3-431C-8C1B-B976D9C281BA}"/>
              </a:ext>
              <a:ext uri="{C183D7F6-B498-43B3-948B-1728B52AA6E4}">
                <adec:decorative xmlns:adec="http://schemas.microsoft.com/office/drawing/2017/decorative" val="1"/>
              </a:ext>
            </a:extLst>
          </p:cNvPr>
          <p:cNvSpPr/>
          <p:nvPr/>
        </p:nvSpPr>
        <p:spPr>
          <a:xfrm rot="5400000">
            <a:off x="8268654" y="1271954"/>
            <a:ext cx="45719" cy="173736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a:extLst>
              <a:ext uri="{FF2B5EF4-FFF2-40B4-BE49-F238E27FC236}">
                <a16:creationId xmlns:a16="http://schemas.microsoft.com/office/drawing/2014/main" id="{E0DEA10C-1510-4367-B79C-341EEB2011B0}"/>
              </a:ext>
            </a:extLst>
          </p:cNvPr>
          <p:cNvSpPr/>
          <p:nvPr/>
        </p:nvSpPr>
        <p:spPr>
          <a:xfrm>
            <a:off x="7458075" y="2511186"/>
            <a:ext cx="1666875" cy="1495425"/>
          </a:xfrm>
          <a:prstGeom prst="rect">
            <a:avLst/>
          </a:prstGeom>
          <a:solidFill>
            <a:srgbClr val="141B4D"/>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r>
              <a:rPr lang="en-US" b="1" dirty="0">
                <a:solidFill>
                  <a:schemeClr val="bg1"/>
                </a:solidFill>
              </a:rPr>
              <a:t>Label</a:t>
            </a:r>
            <a:endParaRPr lang="en-US" sz="1600" b="1" dirty="0">
              <a:solidFill>
                <a:schemeClr val="bg1"/>
              </a:solidFill>
            </a:endParaRPr>
          </a:p>
        </p:txBody>
      </p:sp>
      <p:sp>
        <p:nvSpPr>
          <p:cNvPr id="20" name="TextBox 19">
            <a:extLst>
              <a:ext uri="{FF2B5EF4-FFF2-40B4-BE49-F238E27FC236}">
                <a16:creationId xmlns:a16="http://schemas.microsoft.com/office/drawing/2014/main" id="{D38B7B39-EF76-468D-B67D-167A2FB942E5}"/>
              </a:ext>
            </a:extLst>
          </p:cNvPr>
          <p:cNvSpPr txBox="1"/>
          <p:nvPr/>
        </p:nvSpPr>
        <p:spPr>
          <a:xfrm>
            <a:off x="7641431" y="4139158"/>
            <a:ext cx="1300162" cy="830997"/>
          </a:xfrm>
          <a:prstGeom prst="rect">
            <a:avLst/>
          </a:prstGeom>
          <a:noFill/>
        </p:spPr>
        <p:txBody>
          <a:bodyPr wrap="square">
            <a:spAutoFit/>
          </a:bodyPr>
          <a:lstStyle/>
          <a:p>
            <a:pPr algn="ctr"/>
            <a:r>
              <a:rPr lang="en-GB" sz="1200" dirty="0"/>
              <a:t>Enter a brief description here, no more than four lines</a:t>
            </a:r>
          </a:p>
        </p:txBody>
      </p:sp>
      <p:sp>
        <p:nvSpPr>
          <p:cNvPr id="22" name="Isosceles Triangle 21">
            <a:extLst>
              <a:ext uri="{FF2B5EF4-FFF2-40B4-BE49-F238E27FC236}">
                <a16:creationId xmlns:a16="http://schemas.microsoft.com/office/drawing/2014/main" id="{22013A02-4623-4F41-90B1-09FBA4A2BE18}"/>
              </a:ext>
              <a:ext uri="{C183D7F6-B498-43B3-948B-1728B52AA6E4}">
                <adec:decorative xmlns:adec="http://schemas.microsoft.com/office/drawing/2017/decorative" val="1"/>
              </a:ext>
            </a:extLst>
          </p:cNvPr>
          <p:cNvSpPr/>
          <p:nvPr/>
        </p:nvSpPr>
        <p:spPr>
          <a:xfrm rot="5400000">
            <a:off x="9281137" y="3152854"/>
            <a:ext cx="238125" cy="16446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28" name="TextBox 27">
            <a:extLst>
              <a:ext uri="{FF2B5EF4-FFF2-40B4-BE49-F238E27FC236}">
                <a16:creationId xmlns:a16="http://schemas.microsoft.com/office/drawing/2014/main" id="{78342AAB-0806-4EF8-932A-3EB6FB03C965}"/>
              </a:ext>
            </a:extLst>
          </p:cNvPr>
          <p:cNvSpPr txBox="1"/>
          <p:nvPr/>
        </p:nvSpPr>
        <p:spPr>
          <a:xfrm>
            <a:off x="9822656" y="1842541"/>
            <a:ext cx="1300162" cy="307777"/>
          </a:xfrm>
          <a:prstGeom prst="rect">
            <a:avLst/>
          </a:prstGeom>
          <a:noFill/>
        </p:spPr>
        <p:txBody>
          <a:bodyPr wrap="square">
            <a:spAutoFit/>
          </a:bodyPr>
          <a:lstStyle/>
          <a:p>
            <a:pPr algn="ctr"/>
            <a:r>
              <a:rPr lang="en-GB" sz="1400" b="1" dirty="0"/>
              <a:t>Label</a:t>
            </a:r>
          </a:p>
        </p:txBody>
      </p:sp>
      <p:sp>
        <p:nvSpPr>
          <p:cNvPr id="31" name="Left Bracket 30">
            <a:extLst>
              <a:ext uri="{FF2B5EF4-FFF2-40B4-BE49-F238E27FC236}">
                <a16:creationId xmlns:a16="http://schemas.microsoft.com/office/drawing/2014/main" id="{765EEF29-367D-4EC1-9C45-50F5F854E3F2}"/>
              </a:ext>
              <a:ext uri="{C183D7F6-B498-43B3-948B-1728B52AA6E4}">
                <adec:decorative xmlns:adec="http://schemas.microsoft.com/office/drawing/2017/decorative" val="1"/>
              </a:ext>
            </a:extLst>
          </p:cNvPr>
          <p:cNvSpPr/>
          <p:nvPr/>
        </p:nvSpPr>
        <p:spPr>
          <a:xfrm rot="5400000">
            <a:off x="10449878" y="1285246"/>
            <a:ext cx="45719" cy="173736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ectangle 20">
            <a:extLst>
              <a:ext uri="{FF2B5EF4-FFF2-40B4-BE49-F238E27FC236}">
                <a16:creationId xmlns:a16="http://schemas.microsoft.com/office/drawing/2014/main" id="{A6776C28-804E-4555-BFBA-49DE0F8DC385}"/>
              </a:ext>
            </a:extLst>
          </p:cNvPr>
          <p:cNvSpPr/>
          <p:nvPr/>
        </p:nvSpPr>
        <p:spPr>
          <a:xfrm>
            <a:off x="9639300" y="2511186"/>
            <a:ext cx="1666875" cy="1495425"/>
          </a:xfrm>
          <a:prstGeom prst="rect">
            <a:avLst/>
          </a:prstGeom>
          <a:solidFill>
            <a:srgbClr val="008775"/>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r>
              <a:rPr lang="en-US" b="1" dirty="0">
                <a:solidFill>
                  <a:schemeClr val="bg1"/>
                </a:solidFill>
              </a:rPr>
              <a:t>Label</a:t>
            </a:r>
            <a:endParaRPr lang="en-US" sz="1600" b="1" dirty="0">
              <a:solidFill>
                <a:schemeClr val="bg1"/>
              </a:solidFill>
            </a:endParaRPr>
          </a:p>
        </p:txBody>
      </p:sp>
      <p:sp>
        <p:nvSpPr>
          <p:cNvPr id="23" name="TextBox 22">
            <a:extLst>
              <a:ext uri="{FF2B5EF4-FFF2-40B4-BE49-F238E27FC236}">
                <a16:creationId xmlns:a16="http://schemas.microsoft.com/office/drawing/2014/main" id="{2F1C2D0B-293B-4B5A-8340-44462A6FA29B}"/>
              </a:ext>
            </a:extLst>
          </p:cNvPr>
          <p:cNvSpPr txBox="1"/>
          <p:nvPr/>
        </p:nvSpPr>
        <p:spPr>
          <a:xfrm>
            <a:off x="9822656" y="4139158"/>
            <a:ext cx="1300162" cy="830997"/>
          </a:xfrm>
          <a:prstGeom prst="rect">
            <a:avLst/>
          </a:prstGeom>
          <a:noFill/>
        </p:spPr>
        <p:txBody>
          <a:bodyPr wrap="square">
            <a:spAutoFit/>
          </a:bodyPr>
          <a:lstStyle/>
          <a:p>
            <a:pPr algn="ctr"/>
            <a:r>
              <a:rPr lang="en-GB" sz="1200" dirty="0"/>
              <a:t>Enter a brief description here, no more than four lines</a:t>
            </a:r>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34</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630475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Cyclical process – version 1</a:t>
            </a:r>
          </a:p>
        </p:txBody>
      </p:sp>
      <p:sp>
        <p:nvSpPr>
          <p:cNvPr id="9" name="Content Placeholder 8">
            <a:extLst>
              <a:ext uri="{FF2B5EF4-FFF2-40B4-BE49-F238E27FC236}">
                <a16:creationId xmlns:a16="http://schemas.microsoft.com/office/drawing/2014/main" id="{80E48FE5-F2E3-C359-8BA5-219A0AEC2701}"/>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10" name="Rectangle 9">
            <a:extLst>
              <a:ext uri="{FF2B5EF4-FFF2-40B4-BE49-F238E27FC236}">
                <a16:creationId xmlns:a16="http://schemas.microsoft.com/office/drawing/2014/main" id="{5240CEFE-1C19-229C-9549-49391159A0A0}"/>
              </a:ext>
            </a:extLst>
          </p:cNvPr>
          <p:cNvSpPr/>
          <p:nvPr/>
        </p:nvSpPr>
        <p:spPr>
          <a:xfrm>
            <a:off x="8447361" y="1287343"/>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1" name="Content Placeholder 40">
            <a:extLst>
              <a:ext uri="{FF2B5EF4-FFF2-40B4-BE49-F238E27FC236}">
                <a16:creationId xmlns:a16="http://schemas.microsoft.com/office/drawing/2014/main" id="{AF3B0CE4-493A-9F88-CDA1-C7C04D553A2A}"/>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2495735418"/>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78A3BEE5-0E75-1297-82FB-75296E2FABE6}"/>
              </a:ext>
              <a:ext uri="{C183D7F6-B498-43B3-948B-1728B52AA6E4}">
                <adec:decorative xmlns:adec="http://schemas.microsoft.com/office/drawing/2017/decorative" val="1"/>
              </a:ext>
            </a:extLst>
          </p:cNvPr>
          <p:cNvSpPr txBox="1"/>
          <p:nvPr/>
        </p:nvSpPr>
        <p:spPr>
          <a:xfrm>
            <a:off x="5954751" y="5731727"/>
            <a:ext cx="0" cy="0"/>
          </a:xfrm>
          <a:prstGeom prst="rect">
            <a:avLst/>
          </a:prstGeom>
          <a:noFill/>
        </p:spPr>
        <p:txBody>
          <a:bodyPr wrap="none" lIns="0" tIns="0" rIns="0" bIns="0" rtlCol="0">
            <a:noAutofit/>
          </a:bodyPr>
          <a:lstStyle/>
          <a:p>
            <a:pPr algn="l">
              <a:lnSpc>
                <a:spcPct val="112000"/>
              </a:lnSpc>
            </a:pPr>
            <a:endParaRPr lang="en-US" sz="1400" dirty="0" err="1">
              <a:solidFill>
                <a:schemeClr val="tx1"/>
              </a:solidFill>
            </a:endParaRPr>
          </a:p>
        </p:txBody>
      </p:sp>
      <p:sp>
        <p:nvSpPr>
          <p:cNvPr id="40" name="Text Placeholder 39">
            <a:extLst>
              <a:ext uri="{FF2B5EF4-FFF2-40B4-BE49-F238E27FC236}">
                <a16:creationId xmlns:a16="http://schemas.microsoft.com/office/drawing/2014/main" id="{5039B254-4516-DB87-06A1-AADFB344284E}"/>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35</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068045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Cyclical process – version 2</a:t>
            </a:r>
          </a:p>
        </p:txBody>
      </p:sp>
      <p:sp>
        <p:nvSpPr>
          <p:cNvPr id="7" name="Content Placeholder 6">
            <a:extLst>
              <a:ext uri="{FF2B5EF4-FFF2-40B4-BE49-F238E27FC236}">
                <a16:creationId xmlns:a16="http://schemas.microsoft.com/office/drawing/2014/main" id="{9A97A975-CC1E-374B-9403-42CCF35539D7}"/>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9" name="Rectangle 8">
            <a:extLst>
              <a:ext uri="{FF2B5EF4-FFF2-40B4-BE49-F238E27FC236}">
                <a16:creationId xmlns:a16="http://schemas.microsoft.com/office/drawing/2014/main" id="{437190E3-6C2E-621F-8400-3FDE542D75D1}"/>
              </a:ext>
            </a:extLst>
          </p:cNvPr>
          <p:cNvSpPr/>
          <p:nvPr/>
        </p:nvSpPr>
        <p:spPr>
          <a:xfrm>
            <a:off x="8450428" y="1075547"/>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43" name="Content Placeholder 42">
            <a:extLst>
              <a:ext uri="{FF2B5EF4-FFF2-40B4-BE49-F238E27FC236}">
                <a16:creationId xmlns:a16="http://schemas.microsoft.com/office/drawing/2014/main" id="{78FB5057-5ABE-025B-C3CB-EE91D6F7BDDE}"/>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485753351"/>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78A3BEE5-0E75-1297-82FB-75296E2FABE6}"/>
              </a:ext>
              <a:ext uri="{C183D7F6-B498-43B3-948B-1728B52AA6E4}">
                <adec:decorative xmlns:adec="http://schemas.microsoft.com/office/drawing/2017/decorative" val="1"/>
              </a:ext>
            </a:extLst>
          </p:cNvPr>
          <p:cNvSpPr txBox="1"/>
          <p:nvPr/>
        </p:nvSpPr>
        <p:spPr>
          <a:xfrm>
            <a:off x="5954751" y="5731727"/>
            <a:ext cx="0" cy="0"/>
          </a:xfrm>
          <a:prstGeom prst="rect">
            <a:avLst/>
          </a:prstGeom>
          <a:noFill/>
        </p:spPr>
        <p:txBody>
          <a:bodyPr wrap="none" lIns="0" tIns="0" rIns="0" bIns="0" rtlCol="0">
            <a:noAutofit/>
          </a:bodyPr>
          <a:lstStyle/>
          <a:p>
            <a:pPr algn="l">
              <a:lnSpc>
                <a:spcPct val="112000"/>
              </a:lnSpc>
            </a:pPr>
            <a:endParaRPr lang="en-US" sz="1400" dirty="0" err="1">
              <a:solidFill>
                <a:schemeClr val="tx1"/>
              </a:solidFill>
            </a:endParaRPr>
          </a:p>
        </p:txBody>
      </p:sp>
      <p:sp>
        <p:nvSpPr>
          <p:cNvPr id="40" name="Text Placeholder 39">
            <a:extLst>
              <a:ext uri="{FF2B5EF4-FFF2-40B4-BE49-F238E27FC236}">
                <a16:creationId xmlns:a16="http://schemas.microsoft.com/office/drawing/2014/main" id="{5039B254-4516-DB87-06A1-AADFB344284E}"/>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36</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242323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Timeline</a:t>
            </a:r>
          </a:p>
        </p:txBody>
      </p:sp>
      <p:cxnSp>
        <p:nvCxnSpPr>
          <p:cNvPr id="6" name="Straight Arrow Connector 5">
            <a:extLst>
              <a:ext uri="{FF2B5EF4-FFF2-40B4-BE49-F238E27FC236}">
                <a16:creationId xmlns:a16="http://schemas.microsoft.com/office/drawing/2014/main" id="{1600F59D-03CF-4243-AA0D-0BBB0B5469D4}"/>
              </a:ext>
              <a:ext uri="{C183D7F6-B498-43B3-948B-1728B52AA6E4}">
                <adec:decorative xmlns:adec="http://schemas.microsoft.com/office/drawing/2017/decorative" val="1"/>
              </a:ext>
            </a:extLst>
          </p:cNvPr>
          <p:cNvCxnSpPr/>
          <p:nvPr/>
        </p:nvCxnSpPr>
        <p:spPr>
          <a:xfrm>
            <a:off x="1485900" y="3419475"/>
            <a:ext cx="9486900" cy="0"/>
          </a:xfrm>
          <a:prstGeom prst="straightConnector1">
            <a:avLst/>
          </a:prstGeom>
          <a:ln w="15875">
            <a:solidFill>
              <a:srgbClr val="171717"/>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9AB73BA-FCD7-49D1-BD83-19E405CB7603}"/>
              </a:ext>
            </a:extLst>
          </p:cNvPr>
          <p:cNvSpPr txBox="1"/>
          <p:nvPr/>
        </p:nvSpPr>
        <p:spPr>
          <a:xfrm>
            <a:off x="1688306" y="2896486"/>
            <a:ext cx="1300162" cy="369332"/>
          </a:xfrm>
          <a:prstGeom prst="rect">
            <a:avLst/>
          </a:prstGeom>
          <a:noFill/>
        </p:spPr>
        <p:txBody>
          <a:bodyPr wrap="square">
            <a:spAutoFit/>
          </a:bodyPr>
          <a:lstStyle/>
          <a:p>
            <a:pPr algn="ctr">
              <a:spcAft>
                <a:spcPts val="600"/>
              </a:spcAft>
            </a:pPr>
            <a:r>
              <a:rPr lang="en-GB" b="1" dirty="0"/>
              <a:t>Time</a:t>
            </a:r>
            <a:endParaRPr lang="en-GB" sz="1200" dirty="0"/>
          </a:p>
        </p:txBody>
      </p:sp>
      <p:sp>
        <p:nvSpPr>
          <p:cNvPr id="7" name="Oval 6">
            <a:extLst>
              <a:ext uri="{FF2B5EF4-FFF2-40B4-BE49-F238E27FC236}">
                <a16:creationId xmlns:a16="http://schemas.microsoft.com/office/drawing/2014/main" id="{332778AD-1D85-41A6-9AAA-4AD28853E558}"/>
              </a:ext>
              <a:ext uri="{C183D7F6-B498-43B3-948B-1728B52AA6E4}">
                <adec:decorative xmlns:adec="http://schemas.microsoft.com/office/drawing/2017/decorative" val="1"/>
              </a:ext>
            </a:extLst>
          </p:cNvPr>
          <p:cNvSpPr/>
          <p:nvPr/>
        </p:nvSpPr>
        <p:spPr>
          <a:xfrm>
            <a:off x="2266950" y="3348037"/>
            <a:ext cx="142875" cy="142875"/>
          </a:xfrm>
          <a:prstGeom prst="ellipse">
            <a:avLst/>
          </a:prstGeom>
          <a:solidFill>
            <a:srgbClr val="141B4D"/>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cxnSp>
        <p:nvCxnSpPr>
          <p:cNvPr id="17" name="Straight Arrow Connector 16">
            <a:extLst>
              <a:ext uri="{FF2B5EF4-FFF2-40B4-BE49-F238E27FC236}">
                <a16:creationId xmlns:a16="http://schemas.microsoft.com/office/drawing/2014/main" id="{9F4FC46B-89C6-45B0-AF01-3A29AC93C8C7}"/>
              </a:ext>
              <a:ext uri="{C183D7F6-B498-43B3-948B-1728B52AA6E4}">
                <adec:decorative xmlns:adec="http://schemas.microsoft.com/office/drawing/2017/decorative" val="1"/>
              </a:ext>
            </a:extLst>
          </p:cNvPr>
          <p:cNvCxnSpPr>
            <a:cxnSpLocks/>
          </p:cNvCxnSpPr>
          <p:nvPr/>
        </p:nvCxnSpPr>
        <p:spPr>
          <a:xfrm flipV="1">
            <a:off x="3195637" y="3490912"/>
            <a:ext cx="0" cy="877883"/>
          </a:xfrm>
          <a:prstGeom prst="straightConnector1">
            <a:avLst/>
          </a:prstGeom>
          <a:ln w="9525">
            <a:tailEnd type="stealt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3FBA28C-05C4-4565-8144-8714A87FF43B}"/>
              </a:ext>
              <a:ext uri="{C183D7F6-B498-43B3-948B-1728B52AA6E4}">
                <adec:decorative xmlns:adec="http://schemas.microsoft.com/office/drawing/2017/decorative" val="1"/>
              </a:ext>
            </a:extLst>
          </p:cNvPr>
          <p:cNvCxnSpPr>
            <a:cxnSpLocks/>
          </p:cNvCxnSpPr>
          <p:nvPr/>
        </p:nvCxnSpPr>
        <p:spPr>
          <a:xfrm>
            <a:off x="2545556" y="4368795"/>
            <a:ext cx="1300162"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BB8395-7CA6-4681-A44E-9D090FA10C66}"/>
              </a:ext>
            </a:extLst>
          </p:cNvPr>
          <p:cNvSpPr txBox="1"/>
          <p:nvPr/>
        </p:nvSpPr>
        <p:spPr>
          <a:xfrm>
            <a:off x="2545556" y="4494837"/>
            <a:ext cx="1300162" cy="1123384"/>
          </a:xfrm>
          <a:prstGeom prst="rect">
            <a:avLst/>
          </a:prstGeom>
          <a:noFill/>
        </p:spPr>
        <p:txBody>
          <a:bodyPr wrap="square">
            <a:spAutoFit/>
          </a:bodyPr>
          <a:lstStyle/>
          <a:p>
            <a:pPr algn="ctr">
              <a:spcAft>
                <a:spcPts val="600"/>
              </a:spcAft>
            </a:pPr>
            <a:r>
              <a:rPr lang="en-GB" sz="1400" b="1" dirty="0"/>
              <a:t>Event</a:t>
            </a:r>
            <a:endParaRPr lang="en-GB" sz="1200" b="1" dirty="0"/>
          </a:p>
          <a:p>
            <a:pPr algn="ctr"/>
            <a:r>
              <a:rPr lang="en-GB" sz="1200" dirty="0"/>
              <a:t>Enter a brief description here, no more than four lines</a:t>
            </a:r>
          </a:p>
        </p:txBody>
      </p:sp>
      <p:sp>
        <p:nvSpPr>
          <p:cNvPr id="23" name="TextBox 22">
            <a:extLst>
              <a:ext uri="{FF2B5EF4-FFF2-40B4-BE49-F238E27FC236}">
                <a16:creationId xmlns:a16="http://schemas.microsoft.com/office/drawing/2014/main" id="{4B7527CE-96C6-4EF0-9BCD-7A911E2A2F23}"/>
              </a:ext>
            </a:extLst>
          </p:cNvPr>
          <p:cNvSpPr txBox="1"/>
          <p:nvPr/>
        </p:nvSpPr>
        <p:spPr>
          <a:xfrm>
            <a:off x="3898106" y="2896486"/>
            <a:ext cx="1300162" cy="369332"/>
          </a:xfrm>
          <a:prstGeom prst="rect">
            <a:avLst/>
          </a:prstGeom>
          <a:noFill/>
        </p:spPr>
        <p:txBody>
          <a:bodyPr wrap="square">
            <a:spAutoFit/>
          </a:bodyPr>
          <a:lstStyle/>
          <a:p>
            <a:pPr algn="ctr">
              <a:spcAft>
                <a:spcPts val="600"/>
              </a:spcAft>
            </a:pPr>
            <a:r>
              <a:rPr lang="en-GB" b="1" dirty="0"/>
              <a:t>Time</a:t>
            </a:r>
            <a:endParaRPr lang="en-GB" dirty="0"/>
          </a:p>
        </p:txBody>
      </p:sp>
      <p:sp>
        <p:nvSpPr>
          <p:cNvPr id="8" name="Oval 7">
            <a:extLst>
              <a:ext uri="{FF2B5EF4-FFF2-40B4-BE49-F238E27FC236}">
                <a16:creationId xmlns:a16="http://schemas.microsoft.com/office/drawing/2014/main" id="{098C7741-0CEE-4BFB-9FFC-6CD073A9874D}"/>
              </a:ext>
              <a:ext uri="{C183D7F6-B498-43B3-948B-1728B52AA6E4}">
                <adec:decorative xmlns:adec="http://schemas.microsoft.com/office/drawing/2017/decorative" val="1"/>
              </a:ext>
            </a:extLst>
          </p:cNvPr>
          <p:cNvSpPr/>
          <p:nvPr/>
        </p:nvSpPr>
        <p:spPr>
          <a:xfrm>
            <a:off x="4476750" y="3348037"/>
            <a:ext cx="142875" cy="142875"/>
          </a:xfrm>
          <a:prstGeom prst="ellipse">
            <a:avLst/>
          </a:prstGeom>
          <a:solidFill>
            <a:schemeClr val="accent3"/>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29" name="TextBox 28">
            <a:extLst>
              <a:ext uri="{FF2B5EF4-FFF2-40B4-BE49-F238E27FC236}">
                <a16:creationId xmlns:a16="http://schemas.microsoft.com/office/drawing/2014/main" id="{8CBA6EE4-1143-42F2-9882-156E4D8B3B44}"/>
              </a:ext>
            </a:extLst>
          </p:cNvPr>
          <p:cNvSpPr txBox="1"/>
          <p:nvPr/>
        </p:nvSpPr>
        <p:spPr>
          <a:xfrm>
            <a:off x="5005388" y="1193115"/>
            <a:ext cx="1300162" cy="1123384"/>
          </a:xfrm>
          <a:prstGeom prst="rect">
            <a:avLst/>
          </a:prstGeom>
          <a:noFill/>
        </p:spPr>
        <p:txBody>
          <a:bodyPr wrap="square">
            <a:spAutoFit/>
          </a:bodyPr>
          <a:lstStyle/>
          <a:p>
            <a:pPr algn="ctr">
              <a:spcAft>
                <a:spcPts val="600"/>
              </a:spcAft>
            </a:pPr>
            <a:r>
              <a:rPr lang="en-GB" sz="1400" b="1" dirty="0"/>
              <a:t>Event</a:t>
            </a:r>
            <a:endParaRPr lang="en-GB" sz="1200" b="1" dirty="0"/>
          </a:p>
          <a:p>
            <a:pPr algn="ctr"/>
            <a:r>
              <a:rPr lang="en-GB" sz="1200" dirty="0"/>
              <a:t>Enter a brief description here, no more than four lines</a:t>
            </a:r>
          </a:p>
        </p:txBody>
      </p:sp>
      <p:grpSp>
        <p:nvGrpSpPr>
          <p:cNvPr id="32" name="Group 31">
            <a:extLst>
              <a:ext uri="{FF2B5EF4-FFF2-40B4-BE49-F238E27FC236}">
                <a16:creationId xmlns:a16="http://schemas.microsoft.com/office/drawing/2014/main" id="{B78230C8-B5FE-4D6B-BB2B-A0978F4949AF}"/>
              </a:ext>
              <a:ext uri="{C183D7F6-B498-43B3-948B-1728B52AA6E4}">
                <adec:decorative xmlns:adec="http://schemas.microsoft.com/office/drawing/2017/decorative" val="1"/>
              </a:ext>
            </a:extLst>
          </p:cNvPr>
          <p:cNvGrpSpPr/>
          <p:nvPr/>
        </p:nvGrpSpPr>
        <p:grpSpPr>
          <a:xfrm rot="10800000">
            <a:off x="5005388" y="2405356"/>
            <a:ext cx="1300162" cy="877883"/>
            <a:chOff x="4795838" y="189190"/>
            <a:chExt cx="1300162" cy="877883"/>
          </a:xfrm>
        </p:grpSpPr>
        <p:cxnSp>
          <p:nvCxnSpPr>
            <p:cNvPr id="30" name="Straight Connector 29">
              <a:extLst>
                <a:ext uri="{FF2B5EF4-FFF2-40B4-BE49-F238E27FC236}">
                  <a16:creationId xmlns:a16="http://schemas.microsoft.com/office/drawing/2014/main" id="{058D44DE-827F-44C6-A386-75AC64FF3F5D}"/>
                </a:ext>
              </a:extLst>
            </p:cNvPr>
            <p:cNvCxnSpPr>
              <a:cxnSpLocks/>
            </p:cNvCxnSpPr>
            <p:nvPr/>
          </p:nvCxnSpPr>
          <p:spPr>
            <a:xfrm>
              <a:off x="4795838" y="1067073"/>
              <a:ext cx="1300162"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BC26182-F513-426E-9979-9DF92008E18C}"/>
                </a:ext>
              </a:extLst>
            </p:cNvPr>
            <p:cNvCxnSpPr>
              <a:cxnSpLocks/>
            </p:cNvCxnSpPr>
            <p:nvPr/>
          </p:nvCxnSpPr>
          <p:spPr>
            <a:xfrm flipV="1">
              <a:off x="5445919" y="189190"/>
              <a:ext cx="0" cy="877883"/>
            </a:xfrm>
            <a:prstGeom prst="straightConnector1">
              <a:avLst/>
            </a:prstGeom>
            <a:ln w="9525">
              <a:tailEnd type="stealth"/>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2775F91-ECE8-43E5-B702-A37F1B416B52}"/>
              </a:ext>
            </a:extLst>
          </p:cNvPr>
          <p:cNvSpPr txBox="1"/>
          <p:nvPr/>
        </p:nvSpPr>
        <p:spPr>
          <a:xfrm>
            <a:off x="6174581" y="2896486"/>
            <a:ext cx="1300162" cy="369332"/>
          </a:xfrm>
          <a:prstGeom prst="rect">
            <a:avLst/>
          </a:prstGeom>
          <a:noFill/>
        </p:spPr>
        <p:txBody>
          <a:bodyPr wrap="square">
            <a:spAutoFit/>
          </a:bodyPr>
          <a:lstStyle/>
          <a:p>
            <a:pPr algn="ctr">
              <a:spcAft>
                <a:spcPts val="600"/>
              </a:spcAft>
            </a:pPr>
            <a:r>
              <a:rPr lang="en-GB" b="1" dirty="0"/>
              <a:t>Time</a:t>
            </a:r>
            <a:endParaRPr lang="en-GB" dirty="0"/>
          </a:p>
        </p:txBody>
      </p:sp>
      <p:sp>
        <p:nvSpPr>
          <p:cNvPr id="9" name="Oval 8">
            <a:extLst>
              <a:ext uri="{FF2B5EF4-FFF2-40B4-BE49-F238E27FC236}">
                <a16:creationId xmlns:a16="http://schemas.microsoft.com/office/drawing/2014/main" id="{4F0FE518-EC39-4B8C-925B-2A5AD8C10872}"/>
              </a:ext>
              <a:ext uri="{C183D7F6-B498-43B3-948B-1728B52AA6E4}">
                <adec:decorative xmlns:adec="http://schemas.microsoft.com/office/drawing/2017/decorative" val="1"/>
              </a:ext>
            </a:extLst>
          </p:cNvPr>
          <p:cNvSpPr/>
          <p:nvPr/>
        </p:nvSpPr>
        <p:spPr>
          <a:xfrm>
            <a:off x="6753225" y="3348037"/>
            <a:ext cx="142875" cy="142875"/>
          </a:xfrm>
          <a:prstGeom prst="ellipse">
            <a:avLst/>
          </a:prstGeom>
          <a:solidFill>
            <a:schemeClr val="accent5"/>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cxnSp>
        <p:nvCxnSpPr>
          <p:cNvPr id="28" name="Straight Arrow Connector 27">
            <a:extLst>
              <a:ext uri="{FF2B5EF4-FFF2-40B4-BE49-F238E27FC236}">
                <a16:creationId xmlns:a16="http://schemas.microsoft.com/office/drawing/2014/main" id="{E415F020-84DA-47F4-844A-2610BA4EF03F}"/>
              </a:ext>
              <a:ext uri="{C183D7F6-B498-43B3-948B-1728B52AA6E4}">
                <adec:decorative xmlns:adec="http://schemas.microsoft.com/office/drawing/2017/decorative" val="1"/>
              </a:ext>
            </a:extLst>
          </p:cNvPr>
          <p:cNvCxnSpPr>
            <a:cxnSpLocks/>
          </p:cNvCxnSpPr>
          <p:nvPr/>
        </p:nvCxnSpPr>
        <p:spPr>
          <a:xfrm flipV="1">
            <a:off x="7403306" y="3490912"/>
            <a:ext cx="0" cy="877883"/>
          </a:xfrm>
          <a:prstGeom prst="straightConnector1">
            <a:avLst/>
          </a:prstGeom>
          <a:ln w="9525">
            <a:tailEnd type="stealt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82C43F7-7694-411A-B27F-C3039CBF011D}"/>
              </a:ext>
              <a:ext uri="{C183D7F6-B498-43B3-948B-1728B52AA6E4}">
                <adec:decorative xmlns:adec="http://schemas.microsoft.com/office/drawing/2017/decorative" val="1"/>
              </a:ext>
            </a:extLst>
          </p:cNvPr>
          <p:cNvCxnSpPr>
            <a:cxnSpLocks/>
          </p:cNvCxnSpPr>
          <p:nvPr/>
        </p:nvCxnSpPr>
        <p:spPr>
          <a:xfrm>
            <a:off x="6753225" y="4368795"/>
            <a:ext cx="1300162" cy="0"/>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2314AAF-9722-4264-8B6D-1D96188AD51E}"/>
              </a:ext>
            </a:extLst>
          </p:cNvPr>
          <p:cNvSpPr txBox="1"/>
          <p:nvPr/>
        </p:nvSpPr>
        <p:spPr>
          <a:xfrm>
            <a:off x="6753225" y="4494837"/>
            <a:ext cx="1300162" cy="1123384"/>
          </a:xfrm>
          <a:prstGeom prst="rect">
            <a:avLst/>
          </a:prstGeom>
          <a:noFill/>
        </p:spPr>
        <p:txBody>
          <a:bodyPr wrap="square">
            <a:spAutoFit/>
          </a:bodyPr>
          <a:lstStyle/>
          <a:p>
            <a:pPr algn="ctr">
              <a:spcAft>
                <a:spcPts val="600"/>
              </a:spcAft>
            </a:pPr>
            <a:r>
              <a:rPr lang="en-GB" sz="1400" b="1" dirty="0"/>
              <a:t>Event</a:t>
            </a:r>
            <a:endParaRPr lang="en-GB" sz="1200" b="1" dirty="0"/>
          </a:p>
          <a:p>
            <a:pPr algn="ctr"/>
            <a:r>
              <a:rPr lang="en-GB" sz="1200" dirty="0"/>
              <a:t>Enter a brief description here, no more than four lines</a:t>
            </a:r>
          </a:p>
        </p:txBody>
      </p:sp>
      <p:sp>
        <p:nvSpPr>
          <p:cNvPr id="25" name="TextBox 24">
            <a:extLst>
              <a:ext uri="{FF2B5EF4-FFF2-40B4-BE49-F238E27FC236}">
                <a16:creationId xmlns:a16="http://schemas.microsoft.com/office/drawing/2014/main" id="{DEA3FC0A-49FF-4B21-8B5B-EF024429391D}"/>
              </a:ext>
            </a:extLst>
          </p:cNvPr>
          <p:cNvSpPr txBox="1"/>
          <p:nvPr/>
        </p:nvSpPr>
        <p:spPr>
          <a:xfrm>
            <a:off x="8384381" y="2896486"/>
            <a:ext cx="1300162" cy="369332"/>
          </a:xfrm>
          <a:prstGeom prst="rect">
            <a:avLst/>
          </a:prstGeom>
          <a:noFill/>
        </p:spPr>
        <p:txBody>
          <a:bodyPr wrap="square">
            <a:spAutoFit/>
          </a:bodyPr>
          <a:lstStyle/>
          <a:p>
            <a:pPr algn="ctr">
              <a:spcAft>
                <a:spcPts val="600"/>
              </a:spcAft>
            </a:pPr>
            <a:r>
              <a:rPr lang="en-GB" b="1" dirty="0"/>
              <a:t>Time</a:t>
            </a:r>
            <a:endParaRPr lang="en-GB" sz="1400" dirty="0"/>
          </a:p>
        </p:txBody>
      </p:sp>
      <p:sp>
        <p:nvSpPr>
          <p:cNvPr id="10" name="Oval 9">
            <a:extLst>
              <a:ext uri="{FF2B5EF4-FFF2-40B4-BE49-F238E27FC236}">
                <a16:creationId xmlns:a16="http://schemas.microsoft.com/office/drawing/2014/main" id="{BAE0CD8F-51A3-45EC-84C8-5373D4280765}"/>
              </a:ext>
              <a:ext uri="{C183D7F6-B498-43B3-948B-1728B52AA6E4}">
                <adec:decorative xmlns:adec="http://schemas.microsoft.com/office/drawing/2017/decorative" val="1"/>
              </a:ext>
            </a:extLst>
          </p:cNvPr>
          <p:cNvSpPr/>
          <p:nvPr/>
        </p:nvSpPr>
        <p:spPr>
          <a:xfrm>
            <a:off x="8963025" y="3348037"/>
            <a:ext cx="142875" cy="142875"/>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lnSpc>
                <a:spcPct val="90000"/>
              </a:lnSpc>
            </a:pPr>
            <a:endParaRPr lang="en-US" sz="1600" dirty="0" err="1">
              <a:solidFill>
                <a:schemeClr val="bg1"/>
              </a:solidFill>
            </a:endParaRPr>
          </a:p>
        </p:txBody>
      </p:sp>
      <p:sp>
        <p:nvSpPr>
          <p:cNvPr id="33" name="TextBox 32">
            <a:extLst>
              <a:ext uri="{FF2B5EF4-FFF2-40B4-BE49-F238E27FC236}">
                <a16:creationId xmlns:a16="http://schemas.microsoft.com/office/drawing/2014/main" id="{0570B985-0091-428B-8451-2A81398079DB}"/>
              </a:ext>
            </a:extLst>
          </p:cNvPr>
          <p:cNvSpPr txBox="1"/>
          <p:nvPr/>
        </p:nvSpPr>
        <p:spPr>
          <a:xfrm>
            <a:off x="8963025" y="1246088"/>
            <a:ext cx="1300162" cy="1123384"/>
          </a:xfrm>
          <a:prstGeom prst="rect">
            <a:avLst/>
          </a:prstGeom>
          <a:noFill/>
        </p:spPr>
        <p:txBody>
          <a:bodyPr wrap="square">
            <a:spAutoFit/>
          </a:bodyPr>
          <a:lstStyle/>
          <a:p>
            <a:pPr algn="ctr">
              <a:spcAft>
                <a:spcPts val="600"/>
              </a:spcAft>
            </a:pPr>
            <a:r>
              <a:rPr lang="en-GB" sz="1400" b="1" dirty="0"/>
              <a:t>Event</a:t>
            </a:r>
            <a:endParaRPr lang="en-GB" sz="1200" b="1" dirty="0"/>
          </a:p>
          <a:p>
            <a:pPr algn="ctr"/>
            <a:r>
              <a:rPr lang="en-GB" sz="1200" dirty="0"/>
              <a:t>Enter a brief description here, no more than four lines</a:t>
            </a:r>
          </a:p>
        </p:txBody>
      </p:sp>
      <p:grpSp>
        <p:nvGrpSpPr>
          <p:cNvPr id="34" name="Group 33">
            <a:extLst>
              <a:ext uri="{FF2B5EF4-FFF2-40B4-BE49-F238E27FC236}">
                <a16:creationId xmlns:a16="http://schemas.microsoft.com/office/drawing/2014/main" id="{24BA539A-9340-47D7-A31D-5738E269BA53}"/>
              </a:ext>
              <a:ext uri="{C183D7F6-B498-43B3-948B-1728B52AA6E4}">
                <adec:decorative xmlns:adec="http://schemas.microsoft.com/office/drawing/2017/decorative" val="1"/>
              </a:ext>
            </a:extLst>
          </p:cNvPr>
          <p:cNvGrpSpPr/>
          <p:nvPr/>
        </p:nvGrpSpPr>
        <p:grpSpPr>
          <a:xfrm rot="10800000">
            <a:off x="8963025" y="2458329"/>
            <a:ext cx="1300162" cy="877883"/>
            <a:chOff x="4795838" y="189190"/>
            <a:chExt cx="1300162" cy="877883"/>
          </a:xfrm>
        </p:grpSpPr>
        <p:cxnSp>
          <p:nvCxnSpPr>
            <p:cNvPr id="35" name="Straight Connector 34">
              <a:extLst>
                <a:ext uri="{FF2B5EF4-FFF2-40B4-BE49-F238E27FC236}">
                  <a16:creationId xmlns:a16="http://schemas.microsoft.com/office/drawing/2014/main" id="{428B2E1C-27F6-494A-9FE1-B4ECC3A5F8CB}"/>
                </a:ext>
              </a:extLst>
            </p:cNvPr>
            <p:cNvCxnSpPr>
              <a:cxnSpLocks/>
            </p:cNvCxnSpPr>
            <p:nvPr/>
          </p:nvCxnSpPr>
          <p:spPr>
            <a:xfrm>
              <a:off x="4795838" y="1067073"/>
              <a:ext cx="1300162"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26B46C4-B993-4C77-97F9-61D30DF55F7B}"/>
                </a:ext>
              </a:extLst>
            </p:cNvPr>
            <p:cNvCxnSpPr>
              <a:cxnSpLocks/>
            </p:cNvCxnSpPr>
            <p:nvPr/>
          </p:nvCxnSpPr>
          <p:spPr>
            <a:xfrm flipV="1">
              <a:off x="5445919" y="189190"/>
              <a:ext cx="0" cy="877883"/>
            </a:xfrm>
            <a:prstGeom prst="straightConnector1">
              <a:avLst/>
            </a:prstGeom>
            <a:ln w="9525">
              <a:tailEnd type="stealth"/>
            </a:ln>
          </p:spPr>
          <p:style>
            <a:lnRef idx="1">
              <a:schemeClr val="accent1"/>
            </a:lnRef>
            <a:fillRef idx="0">
              <a:schemeClr val="accent1"/>
            </a:fillRef>
            <a:effectRef idx="0">
              <a:schemeClr val="accent1"/>
            </a:effectRef>
            <a:fontRef idx="minor">
              <a:schemeClr val="tx1"/>
            </a:fontRef>
          </p:style>
        </p:cxnSp>
      </p:gr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37</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49321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Current State vs Future State comparison</a:t>
            </a:r>
          </a:p>
        </p:txBody>
      </p:sp>
      <p:sp>
        <p:nvSpPr>
          <p:cNvPr id="3" name="Content Placeholder 2">
            <a:extLst>
              <a:ext uri="{FF2B5EF4-FFF2-40B4-BE49-F238E27FC236}">
                <a16:creationId xmlns:a16="http://schemas.microsoft.com/office/drawing/2014/main" id="{1EBD9177-30DC-8A4B-CE3A-3EE46E0FDBA9}"/>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14" name="Rectangle 13">
            <a:extLst>
              <a:ext uri="{FF2B5EF4-FFF2-40B4-BE49-F238E27FC236}">
                <a16:creationId xmlns:a16="http://schemas.microsoft.com/office/drawing/2014/main" id="{8FAF0A40-5AFC-BF8D-055E-103AB78C7F1D}"/>
              </a:ext>
            </a:extLst>
          </p:cNvPr>
          <p:cNvSpPr/>
          <p:nvPr/>
        </p:nvSpPr>
        <p:spPr>
          <a:xfrm>
            <a:off x="8428216" y="1894949"/>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sp>
        <p:nvSpPr>
          <p:cNvPr id="12" name="Rectangle 11">
            <a:extLst>
              <a:ext uri="{FF2B5EF4-FFF2-40B4-BE49-F238E27FC236}">
                <a16:creationId xmlns:a16="http://schemas.microsoft.com/office/drawing/2014/main" id="{5E9EC021-5146-7C46-A870-2F4A37FFB5B4}"/>
              </a:ext>
            </a:extLst>
          </p:cNvPr>
          <p:cNvSpPr/>
          <p:nvPr/>
        </p:nvSpPr>
        <p:spPr>
          <a:xfrm>
            <a:off x="6275388" y="2614315"/>
            <a:ext cx="2466076" cy="754053"/>
          </a:xfrm>
          <a:prstGeom prst="rect">
            <a:avLst/>
          </a:prstGeom>
        </p:spPr>
        <p:txBody>
          <a:bodyPr wrap="square">
            <a:spAutoFit/>
          </a:bodyPr>
          <a:lstStyle/>
          <a:p>
            <a:pPr lvl="0">
              <a:spcAft>
                <a:spcPts val="600"/>
              </a:spcAft>
            </a:pPr>
            <a:r>
              <a:rPr lang="en-GB" sz="1400" b="1" dirty="0">
                <a:solidFill>
                  <a:srgbClr val="000000"/>
                </a:solidFill>
              </a:rPr>
              <a:t>Event</a:t>
            </a:r>
            <a:endParaRPr lang="en-GB" sz="1200" b="1" dirty="0">
              <a:solidFill>
                <a:srgbClr val="000000"/>
              </a:solidFill>
            </a:endParaRPr>
          </a:p>
          <a:p>
            <a:pPr lvl="0"/>
            <a:r>
              <a:rPr lang="en-GB" sz="1200" dirty="0">
                <a:solidFill>
                  <a:srgbClr val="000000"/>
                </a:solidFill>
              </a:rPr>
              <a:t>Enter a brief description here, </a:t>
            </a:r>
            <a:br>
              <a:rPr lang="en-GB" sz="1200" dirty="0">
                <a:solidFill>
                  <a:srgbClr val="000000"/>
                </a:solidFill>
              </a:rPr>
            </a:br>
            <a:r>
              <a:rPr lang="en-GB" sz="1200" dirty="0">
                <a:solidFill>
                  <a:srgbClr val="000000"/>
                </a:solidFill>
              </a:rPr>
              <a:t>no more than four lines</a:t>
            </a:r>
          </a:p>
        </p:txBody>
      </p:sp>
      <p:sp>
        <p:nvSpPr>
          <p:cNvPr id="10" name="Isosceles Triangle 18">
            <a:extLst>
              <a:ext uri="{FF2B5EF4-FFF2-40B4-BE49-F238E27FC236}">
                <a16:creationId xmlns:a16="http://schemas.microsoft.com/office/drawing/2014/main" id="{92F02015-0501-D443-B7F0-CFDBA4CDB45C}"/>
              </a:ext>
              <a:ext uri="{C183D7F6-B498-43B3-948B-1728B52AA6E4}">
                <adec:decorative xmlns:adec="http://schemas.microsoft.com/office/drawing/2017/decorative" val="1"/>
              </a:ext>
            </a:extLst>
          </p:cNvPr>
          <p:cNvSpPr/>
          <p:nvPr/>
        </p:nvSpPr>
        <p:spPr>
          <a:xfrm>
            <a:off x="6375635" y="3516162"/>
            <a:ext cx="86336" cy="7442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0A7553D-3E8A-7643-A3BF-127DF21B3FFA}"/>
              </a:ext>
            </a:extLst>
          </p:cNvPr>
          <p:cNvSpPr/>
          <p:nvPr/>
        </p:nvSpPr>
        <p:spPr>
          <a:xfrm>
            <a:off x="6363066" y="3639227"/>
            <a:ext cx="2511941" cy="500616"/>
          </a:xfrm>
          <a:prstGeom prst="rect">
            <a:avLst/>
          </a:prstGeom>
          <a:solidFill>
            <a:srgbClr val="0047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dirty="0">
                <a:solidFill>
                  <a:schemeClr val="bg1"/>
                </a:solidFill>
                <a:latin typeface="Arial" panose="020B0604020202020204" pitchFamily="34" charset="0"/>
                <a:ea typeface="Roboto Condensed Light" panose="02000000000000000000" pitchFamily="2" charset="0"/>
                <a:cs typeface="Arial" panose="020B0604020202020204" pitchFamily="34" charset="0"/>
              </a:rPr>
              <a:t>25%</a:t>
            </a:r>
          </a:p>
        </p:txBody>
      </p:sp>
      <p:sp>
        <p:nvSpPr>
          <p:cNvPr id="13" name="Rectangle 12">
            <a:extLst>
              <a:ext uri="{FF2B5EF4-FFF2-40B4-BE49-F238E27FC236}">
                <a16:creationId xmlns:a16="http://schemas.microsoft.com/office/drawing/2014/main" id="{CC9BB863-550C-6047-831D-3253E508CEC9}"/>
              </a:ext>
            </a:extLst>
          </p:cNvPr>
          <p:cNvSpPr/>
          <p:nvPr/>
        </p:nvSpPr>
        <p:spPr>
          <a:xfrm>
            <a:off x="8752096" y="2614315"/>
            <a:ext cx="2466076" cy="754053"/>
          </a:xfrm>
          <a:prstGeom prst="rect">
            <a:avLst/>
          </a:prstGeom>
        </p:spPr>
        <p:txBody>
          <a:bodyPr wrap="square">
            <a:spAutoFit/>
          </a:bodyPr>
          <a:lstStyle/>
          <a:p>
            <a:pPr lvl="0">
              <a:spcAft>
                <a:spcPts val="600"/>
              </a:spcAft>
            </a:pPr>
            <a:r>
              <a:rPr lang="en-GB" sz="1400" b="1" dirty="0">
                <a:solidFill>
                  <a:srgbClr val="000000"/>
                </a:solidFill>
              </a:rPr>
              <a:t>Event</a:t>
            </a:r>
            <a:endParaRPr lang="en-GB" sz="1200" b="1" dirty="0">
              <a:solidFill>
                <a:srgbClr val="000000"/>
              </a:solidFill>
            </a:endParaRPr>
          </a:p>
          <a:p>
            <a:pPr lvl="0"/>
            <a:r>
              <a:rPr lang="en-GB" sz="1200" dirty="0">
                <a:solidFill>
                  <a:srgbClr val="000000"/>
                </a:solidFill>
              </a:rPr>
              <a:t>Enter a brief description here, </a:t>
            </a:r>
            <a:br>
              <a:rPr lang="en-GB" sz="1200" dirty="0">
                <a:solidFill>
                  <a:srgbClr val="000000"/>
                </a:solidFill>
              </a:rPr>
            </a:br>
            <a:r>
              <a:rPr lang="en-GB" sz="1200" dirty="0">
                <a:solidFill>
                  <a:srgbClr val="000000"/>
                </a:solidFill>
              </a:rPr>
              <a:t>no more than four lines</a:t>
            </a:r>
          </a:p>
        </p:txBody>
      </p:sp>
      <p:sp>
        <p:nvSpPr>
          <p:cNvPr id="9" name="Isosceles Triangle 17">
            <a:extLst>
              <a:ext uri="{FF2B5EF4-FFF2-40B4-BE49-F238E27FC236}">
                <a16:creationId xmlns:a16="http://schemas.microsoft.com/office/drawing/2014/main" id="{FD72A968-70D3-B74E-A35F-7E4980D685D4}"/>
              </a:ext>
              <a:ext uri="{C183D7F6-B498-43B3-948B-1728B52AA6E4}">
                <adec:decorative xmlns:adec="http://schemas.microsoft.com/office/drawing/2017/decorative" val="1"/>
              </a:ext>
            </a:extLst>
          </p:cNvPr>
          <p:cNvSpPr/>
          <p:nvPr/>
        </p:nvSpPr>
        <p:spPr>
          <a:xfrm>
            <a:off x="8875007" y="3516162"/>
            <a:ext cx="86336" cy="74428"/>
          </a:xfrm>
          <a:prstGeom prst="triangl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92736EC-DA16-CB44-A053-85274E020493}"/>
              </a:ext>
            </a:extLst>
          </p:cNvPr>
          <p:cNvSpPr/>
          <p:nvPr/>
        </p:nvSpPr>
        <p:spPr>
          <a:xfrm>
            <a:off x="8875007" y="3639227"/>
            <a:ext cx="2810581" cy="500616"/>
          </a:xfrm>
          <a:prstGeom prst="rect">
            <a:avLst/>
          </a:prstGeom>
          <a:solidFill>
            <a:srgbClr val="141B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600" dirty="0">
                <a:solidFill>
                  <a:schemeClr val="bg1"/>
                </a:solidFill>
                <a:latin typeface="Arial" panose="020B0604020202020204" pitchFamily="34" charset="0"/>
                <a:ea typeface="Roboto Condensed Light" panose="02000000000000000000" pitchFamily="2" charset="0"/>
                <a:cs typeface="Arial" panose="020B0604020202020204" pitchFamily="34" charset="0"/>
              </a:rPr>
              <a:t>45%</a:t>
            </a:r>
          </a:p>
        </p:txBody>
      </p:sp>
      <p:sp>
        <p:nvSpPr>
          <p:cNvPr id="11" name="Text Placeholder 10">
            <a:extLst>
              <a:ext uri="{FF2B5EF4-FFF2-40B4-BE49-F238E27FC236}">
                <a16:creationId xmlns:a16="http://schemas.microsoft.com/office/drawing/2014/main" id="{0B71DA35-C589-B91D-0717-14A0059708D9}"/>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38</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704796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Organizational chart – version 1</a:t>
            </a:r>
          </a:p>
        </p:txBody>
      </p:sp>
      <p:sp>
        <p:nvSpPr>
          <p:cNvPr id="6" name="Content Placeholder 5">
            <a:extLst>
              <a:ext uri="{FF2B5EF4-FFF2-40B4-BE49-F238E27FC236}">
                <a16:creationId xmlns:a16="http://schemas.microsoft.com/office/drawing/2014/main" id="{EDCBE138-664E-B806-F485-6DC83910ABD5}"/>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8" name="Rectangle 7">
            <a:extLst>
              <a:ext uri="{FF2B5EF4-FFF2-40B4-BE49-F238E27FC236}">
                <a16:creationId xmlns:a16="http://schemas.microsoft.com/office/drawing/2014/main" id="{26215E7D-BF4E-01D4-68FB-55BE785EDA5D}"/>
              </a:ext>
            </a:extLst>
          </p:cNvPr>
          <p:cNvSpPr/>
          <p:nvPr/>
        </p:nvSpPr>
        <p:spPr>
          <a:xfrm>
            <a:off x="8447361" y="1595120"/>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9" name="Content Placeholder 8">
            <a:extLst>
              <a:ext uri="{FF2B5EF4-FFF2-40B4-BE49-F238E27FC236}">
                <a16:creationId xmlns:a16="http://schemas.microsoft.com/office/drawing/2014/main" id="{A6217755-D86C-1DB8-75F9-23628E49E75C}"/>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3855904812"/>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6">
            <a:extLst>
              <a:ext uri="{FF2B5EF4-FFF2-40B4-BE49-F238E27FC236}">
                <a16:creationId xmlns:a16="http://schemas.microsoft.com/office/drawing/2014/main" id="{23EA3420-7A8D-3E87-A412-F7312D3CDCFA}"/>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39</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616974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dirty="0"/>
              <a:t>Organizational chart – version 2</a:t>
            </a:r>
          </a:p>
        </p:txBody>
      </p:sp>
      <p:sp>
        <p:nvSpPr>
          <p:cNvPr id="11" name="Content Placeholder 10">
            <a:extLst>
              <a:ext uri="{FF2B5EF4-FFF2-40B4-BE49-F238E27FC236}">
                <a16:creationId xmlns:a16="http://schemas.microsoft.com/office/drawing/2014/main" id="{24D0702E-A844-9246-F6A9-781DC7123BE2}"/>
              </a:ext>
            </a:extLst>
          </p:cNvPr>
          <p:cNvSpPr>
            <a:spLocks noGrp="1"/>
          </p:cNvSpPr>
          <p:nvPr>
            <p:ph sz="half"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a:p>
            <a:endParaRPr lang="en-GB" dirty="0"/>
          </a:p>
          <a:p>
            <a:endParaRPr lang="en-GB" dirty="0"/>
          </a:p>
          <a:p>
            <a:endParaRPr lang="en-US" dirty="0"/>
          </a:p>
        </p:txBody>
      </p:sp>
      <p:sp>
        <p:nvSpPr>
          <p:cNvPr id="9" name="Rectangle 8">
            <a:extLst>
              <a:ext uri="{FF2B5EF4-FFF2-40B4-BE49-F238E27FC236}">
                <a16:creationId xmlns:a16="http://schemas.microsoft.com/office/drawing/2014/main" id="{3C687F9E-99B5-619A-F0BD-C63B1E61313B}"/>
              </a:ext>
            </a:extLst>
          </p:cNvPr>
          <p:cNvSpPr/>
          <p:nvPr/>
        </p:nvSpPr>
        <p:spPr>
          <a:xfrm>
            <a:off x="8447361" y="1595120"/>
            <a:ext cx="1066254" cy="307777"/>
          </a:xfrm>
          <a:prstGeom prst="rect">
            <a:avLst/>
          </a:prstGeom>
        </p:spPr>
        <p:txBody>
          <a:bodyPr wrap="none">
            <a:spAutoFit/>
          </a:bodyPr>
          <a:lstStyle/>
          <a:p>
            <a:pPr lvl="0" algn="ctr">
              <a:defRPr sz="1862" b="0" i="0" u="none" strike="noStrike" kern="1200" spc="0" baseline="0">
                <a:solidFill>
                  <a:srgbClr val="000000">
                    <a:lumMod val="65000"/>
                    <a:lumOff val="35000"/>
                  </a:srgbClr>
                </a:solidFill>
                <a:latin typeface="+mn-lt"/>
                <a:ea typeface="+mn-ea"/>
                <a:cs typeface="+mn-cs"/>
              </a:defRPr>
            </a:pPr>
            <a:r>
              <a:rPr lang="en-US" sz="1400" b="1" dirty="0">
                <a:solidFill>
                  <a:srgbClr val="000000"/>
                </a:solidFill>
                <a:latin typeface="Arial" panose="020B0604020202020204" pitchFamily="34" charset="0"/>
                <a:ea typeface="Calibri" panose="020F0502020204030204" pitchFamily="34" charset="0"/>
                <a:cs typeface="Calibri" panose="020F0502020204030204" pitchFamily="34" charset="0"/>
              </a:rPr>
              <a:t>Chart Title</a:t>
            </a:r>
            <a:endParaRPr lang="en-US" sz="1400" dirty="0">
              <a:solidFill>
                <a:srgbClr val="000000">
                  <a:lumMod val="65000"/>
                  <a:lumOff val="35000"/>
                </a:srgbClr>
              </a:solidFill>
            </a:endParaRPr>
          </a:p>
        </p:txBody>
      </p:sp>
      <p:graphicFrame>
        <p:nvGraphicFramePr>
          <p:cNvPr id="12" name="Content Placeholder 7">
            <a:extLst>
              <a:ext uri="{FF2B5EF4-FFF2-40B4-BE49-F238E27FC236}">
                <a16:creationId xmlns:a16="http://schemas.microsoft.com/office/drawing/2014/main" id="{29E5F391-43E2-E49B-B679-B5ADC2E0D74C}"/>
              </a:ext>
              <a:ext uri="{C183D7F6-B498-43B3-948B-1728B52AA6E4}">
                <adec:decorative xmlns:adec="http://schemas.microsoft.com/office/drawing/2017/decorative" val="1"/>
              </a:ext>
            </a:extLst>
          </p:cNvPr>
          <p:cNvGraphicFramePr>
            <a:graphicFrameLocks noGrp="1"/>
          </p:cNvGraphicFramePr>
          <p:nvPr>
            <p:ph sz="half" idx="2"/>
            <p:extLst>
              <p:ext uri="{D42A27DB-BD31-4B8C-83A1-F6EECF244321}">
                <p14:modId xmlns:p14="http://schemas.microsoft.com/office/powerpoint/2010/main" val="1209832945"/>
              </p:ext>
            </p:extLst>
          </p:nvPr>
        </p:nvGraphicFramePr>
        <p:xfrm>
          <a:off x="6275388" y="1595438"/>
          <a:ext cx="5410200" cy="4354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6">
            <a:extLst>
              <a:ext uri="{FF2B5EF4-FFF2-40B4-BE49-F238E27FC236}">
                <a16:creationId xmlns:a16="http://schemas.microsoft.com/office/drawing/2014/main" id="{23EA3420-7A8D-3E87-A412-F7312D3CDCFA}"/>
              </a:ext>
            </a:extLst>
          </p:cNvPr>
          <p:cNvSpPr>
            <a:spLocks noGrp="1"/>
          </p:cNvSpPr>
          <p:nvPr>
            <p:ph type="body" sz="quarter" idx="13"/>
          </p:nvPr>
        </p:nvSpPr>
        <p:spPr/>
        <p:txBody>
          <a:bodyPr/>
          <a:lstStyle/>
          <a:p>
            <a:endParaRPr lang="en-US"/>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12"/>
          </p:nvPr>
        </p:nvSpPr>
        <p:spPr/>
        <p:txBody>
          <a:bodyPr/>
          <a:lstStyle/>
          <a:p>
            <a:fld id="{5B4A74C5-79B0-4340-9A8D-1CCBE3E8C644}" type="slidenum">
              <a:rPr lang="en-GB" smtClean="0"/>
              <a:pPr/>
              <a:t>40</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1"/>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1861304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56126DF-4E94-48AE-BDD1-4100A6B6D166}"/>
              </a:ext>
            </a:extLst>
          </p:cNvPr>
          <p:cNvSpPr>
            <a:spLocks noGrp="1"/>
          </p:cNvSpPr>
          <p:nvPr>
            <p:ph type="title"/>
          </p:nvPr>
        </p:nvSpPr>
        <p:spPr/>
        <p:txBody>
          <a:bodyPr/>
          <a:lstStyle/>
          <a:p>
            <a:r>
              <a:rPr lang="en-GB" dirty="0"/>
              <a:t>Copy and images</a:t>
            </a:r>
          </a:p>
        </p:txBody>
      </p:sp>
    </p:spTree>
    <p:extLst>
      <p:ext uri="{BB962C8B-B14F-4D97-AF65-F5344CB8AC3E}">
        <p14:creationId xmlns:p14="http://schemas.microsoft.com/office/powerpoint/2010/main" val="25636328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A0421C28-8183-874A-B53A-1DD240C83BEB}"/>
              </a:ext>
            </a:extLst>
          </p:cNvPr>
          <p:cNvSpPr>
            <a:spLocks noGrp="1"/>
          </p:cNvSpPr>
          <p:nvPr>
            <p:ph type="title"/>
          </p:nvPr>
        </p:nvSpPr>
        <p:spPr/>
        <p:txBody>
          <a:bodyPr/>
          <a:lstStyle/>
          <a:p>
            <a:r>
              <a:rPr lang="en-GB" dirty="0"/>
              <a:t>Sample title</a:t>
            </a:r>
            <a:endParaRPr lang="en-US" dirty="0"/>
          </a:p>
        </p:txBody>
      </p:sp>
      <p:sp>
        <p:nvSpPr>
          <p:cNvPr id="3" name="Content Placeholder 1">
            <a:extLst>
              <a:ext uri="{FF2B5EF4-FFF2-40B4-BE49-F238E27FC236}">
                <a16:creationId xmlns:a16="http://schemas.microsoft.com/office/drawing/2014/main" id="{540A19E5-9777-9043-90B6-E1D143767FB7}"/>
              </a:ext>
            </a:extLst>
          </p:cNvPr>
          <p:cNvSpPr>
            <a:spLocks noGrp="1"/>
          </p:cNvSpPr>
          <p:nvPr>
            <p:ph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7" name="Picture Placeholder 1">
            <a:extLst>
              <a:ext uri="{FF2B5EF4-FFF2-40B4-BE49-F238E27FC236}">
                <a16:creationId xmlns:a16="http://schemas.microsoft.com/office/drawing/2014/main" id="{2A7FBC04-3D00-1048-8143-22AEA7CCC650}"/>
              </a:ext>
              <a:ext uri="{C183D7F6-B498-43B3-948B-1728B52AA6E4}">
                <adec:decorative xmlns:adec="http://schemas.microsoft.com/office/drawing/2017/decorative" val="1"/>
              </a:ext>
            </a:extLst>
          </p:cNvPr>
          <p:cNvSpPr>
            <a:spLocks noGrp="1"/>
          </p:cNvSpPr>
          <p:nvPr>
            <p:ph type="pic" sz="quarter" idx="13"/>
          </p:nvPr>
        </p:nvSpPr>
        <p:spPr/>
      </p:sp>
      <p:sp>
        <p:nvSpPr>
          <p:cNvPr id="8" name="Footnotes Placeholder">
            <a:extLst>
              <a:ext uri="{FF2B5EF4-FFF2-40B4-BE49-F238E27FC236}">
                <a16:creationId xmlns:a16="http://schemas.microsoft.com/office/drawing/2014/main" id="{D3C64C2D-7FF6-2345-A8E7-0C97D784E0A5}"/>
              </a:ext>
            </a:extLst>
          </p:cNvPr>
          <p:cNvSpPr>
            <a:spLocks noGrp="1"/>
          </p:cNvSpPr>
          <p:nvPr>
            <p:ph type="body" sz="quarter" idx="17"/>
          </p:nvPr>
        </p:nvSpPr>
        <p:spPr/>
        <p:txBody>
          <a:bodyPr/>
          <a:lstStyle/>
          <a:p>
            <a:pPr>
              <a:spcAft>
                <a:spcPts val="0"/>
              </a:spcAft>
            </a:pPr>
            <a:endParaRPr lang="en-US" dirty="0"/>
          </a:p>
        </p:txBody>
      </p:sp>
      <p:sp>
        <p:nvSpPr>
          <p:cNvPr id="6" name="Slide Number Placeholder ">
            <a:extLst>
              <a:ext uri="{FF2B5EF4-FFF2-40B4-BE49-F238E27FC236}">
                <a16:creationId xmlns:a16="http://schemas.microsoft.com/office/drawing/2014/main" id="{87DB64FC-8021-4F4D-B01F-DD87278D082B}"/>
              </a:ext>
            </a:extLst>
          </p:cNvPr>
          <p:cNvSpPr>
            <a:spLocks noGrp="1"/>
          </p:cNvSpPr>
          <p:nvPr>
            <p:ph type="sldNum" sz="quarter" idx="16"/>
          </p:nvPr>
        </p:nvSpPr>
        <p:spPr/>
        <p:txBody>
          <a:bodyPr/>
          <a:lstStyle/>
          <a:p>
            <a:fld id="{5B4A74C5-79B0-4340-9A8D-1CCBE3E8C644}" type="slidenum">
              <a:rPr lang="en-GB" smtClean="0"/>
              <a:pPr/>
              <a:t>42</a:t>
            </a:fld>
            <a:endParaRPr lang="en-GB"/>
          </a:p>
        </p:txBody>
      </p:sp>
      <p:sp>
        <p:nvSpPr>
          <p:cNvPr id="5" name="Footer Placeholder ">
            <a:extLst>
              <a:ext uri="{FF2B5EF4-FFF2-40B4-BE49-F238E27FC236}">
                <a16:creationId xmlns:a16="http://schemas.microsoft.com/office/drawing/2014/main" id="{6FFF744F-7E1D-0949-9B6A-BC842A6FF32A}"/>
              </a:ext>
            </a:extLst>
          </p:cNvPr>
          <p:cNvSpPr>
            <a:spLocks noGrp="1"/>
          </p:cNvSpPr>
          <p:nvPr>
            <p:ph type="ftr" sz="quarter" idx="15"/>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3542758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CF61A234-4BF0-8344-B95A-B0A46F6B88B3}"/>
              </a:ext>
            </a:extLst>
          </p:cNvPr>
          <p:cNvSpPr>
            <a:spLocks noGrp="1"/>
          </p:cNvSpPr>
          <p:nvPr>
            <p:ph type="title"/>
          </p:nvPr>
        </p:nvSpPr>
        <p:spPr/>
        <p:txBody>
          <a:bodyPr/>
          <a:lstStyle/>
          <a:p>
            <a:r>
              <a:rPr lang="en-GB" dirty="0"/>
              <a:t>Sample title</a:t>
            </a:r>
            <a:endParaRPr lang="en-US" dirty="0"/>
          </a:p>
        </p:txBody>
      </p:sp>
      <p:sp>
        <p:nvSpPr>
          <p:cNvPr id="3" name="Content Placeholder 1">
            <a:extLst>
              <a:ext uri="{FF2B5EF4-FFF2-40B4-BE49-F238E27FC236}">
                <a16:creationId xmlns:a16="http://schemas.microsoft.com/office/drawing/2014/main" id="{4EF29531-E076-F14F-BA9E-47164AC05380}"/>
              </a:ext>
            </a:extLst>
          </p:cNvPr>
          <p:cNvSpPr>
            <a:spLocks noGrp="1"/>
          </p:cNvSpPr>
          <p:nvPr>
            <p:ph idx="1"/>
          </p:nvPr>
        </p:nvSpPr>
        <p:spPr/>
        <p:txBody>
          <a:bodyPr/>
          <a:lstStyle/>
          <a:p>
            <a:r>
              <a:rPr lang="en-GB" dirty="0"/>
              <a:t>The standard text area has five predefined type levels.</a:t>
            </a:r>
          </a:p>
          <a:p>
            <a:r>
              <a:rPr lang="en-GB" dirty="0"/>
              <a:t>You can move up or down the levels using the increase or decrease indent buttons in the “Home” tab.</a:t>
            </a:r>
          </a:p>
          <a:p>
            <a:r>
              <a:rPr lang="en-GB" dirty="0"/>
              <a:t>We recommend that you do not use the bullet button, as this does not apply the correct bullet formatting.</a:t>
            </a:r>
          </a:p>
          <a:p>
            <a:r>
              <a:rPr lang="en-GB" dirty="0"/>
              <a:t>Level one is for general text</a:t>
            </a:r>
          </a:p>
          <a:p>
            <a:pPr lvl="1"/>
            <a:r>
              <a:rPr lang="en-GB" dirty="0"/>
              <a:t>Level two is for subheadings within body copy</a:t>
            </a:r>
          </a:p>
          <a:p>
            <a:pPr lvl="2"/>
            <a:r>
              <a:rPr lang="en-GB" dirty="0"/>
              <a:t>Level three is the first level of bullets</a:t>
            </a:r>
          </a:p>
          <a:p>
            <a:pPr lvl="3"/>
            <a:r>
              <a:rPr lang="en-GB" dirty="0"/>
              <a:t>Level four is the second level of bullets</a:t>
            </a:r>
          </a:p>
          <a:p>
            <a:pPr lvl="4"/>
            <a:r>
              <a:rPr lang="en-GB" dirty="0"/>
              <a:t>Level five is the third level of bullets</a:t>
            </a:r>
          </a:p>
        </p:txBody>
      </p:sp>
      <p:sp>
        <p:nvSpPr>
          <p:cNvPr id="10" name="Picture Placeholder 1">
            <a:extLst>
              <a:ext uri="{FF2B5EF4-FFF2-40B4-BE49-F238E27FC236}">
                <a16:creationId xmlns:a16="http://schemas.microsoft.com/office/drawing/2014/main" id="{B0FE2D07-9113-7B44-B1B2-61299B785555}"/>
              </a:ext>
              <a:ext uri="{C183D7F6-B498-43B3-948B-1728B52AA6E4}">
                <adec:decorative xmlns:adec="http://schemas.microsoft.com/office/drawing/2017/decorative" val="1"/>
              </a:ext>
            </a:extLst>
          </p:cNvPr>
          <p:cNvSpPr>
            <a:spLocks noGrp="1"/>
          </p:cNvSpPr>
          <p:nvPr>
            <p:ph type="pic" sz="quarter" idx="13"/>
          </p:nvPr>
        </p:nvSpPr>
        <p:spPr/>
      </p:sp>
      <p:sp>
        <p:nvSpPr>
          <p:cNvPr id="11" name="Picture Placeholder 2">
            <a:extLst>
              <a:ext uri="{FF2B5EF4-FFF2-40B4-BE49-F238E27FC236}">
                <a16:creationId xmlns:a16="http://schemas.microsoft.com/office/drawing/2014/main" id="{3C2EA3B5-4E11-7D40-8EA7-15F886CFDBEE}"/>
              </a:ext>
              <a:ext uri="{C183D7F6-B498-43B3-948B-1728B52AA6E4}">
                <adec:decorative xmlns:adec="http://schemas.microsoft.com/office/drawing/2017/decorative" val="1"/>
              </a:ext>
            </a:extLst>
          </p:cNvPr>
          <p:cNvSpPr>
            <a:spLocks noGrp="1"/>
          </p:cNvSpPr>
          <p:nvPr>
            <p:ph type="pic" sz="quarter" idx="14"/>
          </p:nvPr>
        </p:nvSpPr>
        <p:spPr/>
      </p:sp>
      <p:sp>
        <p:nvSpPr>
          <p:cNvPr id="12" name="Picture Placeholder 3">
            <a:extLst>
              <a:ext uri="{FF2B5EF4-FFF2-40B4-BE49-F238E27FC236}">
                <a16:creationId xmlns:a16="http://schemas.microsoft.com/office/drawing/2014/main" id="{C5142E85-7C88-C647-AB7D-A5431A37D1C1}"/>
              </a:ext>
              <a:ext uri="{C183D7F6-B498-43B3-948B-1728B52AA6E4}">
                <adec:decorative xmlns:adec="http://schemas.microsoft.com/office/drawing/2017/decorative" val="1"/>
              </a:ext>
            </a:extLst>
          </p:cNvPr>
          <p:cNvSpPr>
            <a:spLocks noGrp="1"/>
          </p:cNvSpPr>
          <p:nvPr>
            <p:ph type="pic" sz="quarter" idx="15"/>
          </p:nvPr>
        </p:nvSpPr>
        <p:spPr/>
      </p:sp>
      <p:sp>
        <p:nvSpPr>
          <p:cNvPr id="13" name="Picture Placeholder 4">
            <a:extLst>
              <a:ext uri="{FF2B5EF4-FFF2-40B4-BE49-F238E27FC236}">
                <a16:creationId xmlns:a16="http://schemas.microsoft.com/office/drawing/2014/main" id="{8E39000F-4C0E-E94D-997A-19E8831B924E}"/>
              </a:ext>
              <a:ext uri="{C183D7F6-B498-43B3-948B-1728B52AA6E4}">
                <adec:decorative xmlns:adec="http://schemas.microsoft.com/office/drawing/2017/decorative" val="1"/>
              </a:ext>
            </a:extLst>
          </p:cNvPr>
          <p:cNvSpPr>
            <a:spLocks noGrp="1"/>
          </p:cNvSpPr>
          <p:nvPr>
            <p:ph type="pic" sz="quarter" idx="16"/>
          </p:nvPr>
        </p:nvSpPr>
        <p:spPr/>
      </p:sp>
      <p:sp>
        <p:nvSpPr>
          <p:cNvPr id="14" name="Footnotes Placeholder">
            <a:extLst>
              <a:ext uri="{FF2B5EF4-FFF2-40B4-BE49-F238E27FC236}">
                <a16:creationId xmlns:a16="http://schemas.microsoft.com/office/drawing/2014/main" id="{6F125998-C5C0-C24A-B7AD-425B980E9A28}"/>
              </a:ext>
            </a:extLst>
          </p:cNvPr>
          <p:cNvSpPr>
            <a:spLocks noGrp="1"/>
          </p:cNvSpPr>
          <p:nvPr>
            <p:ph type="body" sz="quarter" idx="20"/>
          </p:nvPr>
        </p:nvSpPr>
        <p:spPr/>
        <p:txBody>
          <a:bodyPr/>
          <a:lstStyle/>
          <a:p>
            <a:pPr>
              <a:spcAft>
                <a:spcPts val="0"/>
              </a:spcAft>
            </a:pPr>
            <a:endParaRPr lang="en-US" dirty="0"/>
          </a:p>
        </p:txBody>
      </p:sp>
      <p:sp>
        <p:nvSpPr>
          <p:cNvPr id="9" name="Slide Number Placeholder ">
            <a:extLst>
              <a:ext uri="{FF2B5EF4-FFF2-40B4-BE49-F238E27FC236}">
                <a16:creationId xmlns:a16="http://schemas.microsoft.com/office/drawing/2014/main" id="{E1854C3E-BE14-D24B-ADF4-8BF39B72DD03}"/>
              </a:ext>
            </a:extLst>
          </p:cNvPr>
          <p:cNvSpPr>
            <a:spLocks noGrp="1"/>
          </p:cNvSpPr>
          <p:nvPr>
            <p:ph type="sldNum" sz="quarter" idx="19"/>
          </p:nvPr>
        </p:nvSpPr>
        <p:spPr/>
        <p:txBody>
          <a:bodyPr/>
          <a:lstStyle/>
          <a:p>
            <a:fld id="{5B4A74C5-79B0-4340-9A8D-1CCBE3E8C644}" type="slidenum">
              <a:rPr lang="en-GB" smtClean="0"/>
              <a:pPr/>
              <a:t>43</a:t>
            </a:fld>
            <a:endParaRPr lang="en-GB"/>
          </a:p>
        </p:txBody>
      </p:sp>
      <p:sp>
        <p:nvSpPr>
          <p:cNvPr id="8" name="Footer Placeholder ">
            <a:extLst>
              <a:ext uri="{FF2B5EF4-FFF2-40B4-BE49-F238E27FC236}">
                <a16:creationId xmlns:a16="http://schemas.microsoft.com/office/drawing/2014/main" id="{272B9336-DE98-E64F-A32C-1E742BD771C7}"/>
              </a:ext>
            </a:extLst>
          </p:cNvPr>
          <p:cNvSpPr>
            <a:spLocks noGrp="1"/>
          </p:cNvSpPr>
          <p:nvPr>
            <p:ph type="ftr" sz="quarter" idx="18"/>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2611285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1C3E6DC-DAD4-4870-968B-BB00B67BD7F4}"/>
              </a:ext>
            </a:extLst>
          </p:cNvPr>
          <p:cNvSpPr>
            <a:spLocks noGrp="1"/>
          </p:cNvSpPr>
          <p:nvPr>
            <p:ph type="title"/>
          </p:nvPr>
        </p:nvSpPr>
        <p:spPr/>
        <p:txBody>
          <a:bodyPr/>
          <a:lstStyle/>
          <a:p>
            <a:r>
              <a:rPr lang="en-GB"/>
              <a:t>Sample title</a:t>
            </a:r>
            <a:endParaRPr lang="en-GB" dirty="0"/>
          </a:p>
        </p:txBody>
      </p:sp>
      <p:sp>
        <p:nvSpPr>
          <p:cNvPr id="6" name="Picture Placeholder 1">
            <a:extLst>
              <a:ext uri="{FF2B5EF4-FFF2-40B4-BE49-F238E27FC236}">
                <a16:creationId xmlns:a16="http://schemas.microsoft.com/office/drawing/2014/main" id="{467A3E6A-F554-8146-A503-7EEB31DDAB4A}"/>
              </a:ext>
              <a:ext uri="{C183D7F6-B498-43B3-948B-1728B52AA6E4}">
                <adec:decorative xmlns:adec="http://schemas.microsoft.com/office/drawing/2017/decorative" val="1"/>
              </a:ext>
            </a:extLst>
          </p:cNvPr>
          <p:cNvSpPr>
            <a:spLocks noGrp="1"/>
          </p:cNvSpPr>
          <p:nvPr>
            <p:ph type="pic" sz="quarter" idx="13"/>
          </p:nvPr>
        </p:nvSpPr>
        <p:spPr/>
      </p:sp>
      <p:sp>
        <p:nvSpPr>
          <p:cNvPr id="3" name="Content Placeholder 1">
            <a:extLst>
              <a:ext uri="{FF2B5EF4-FFF2-40B4-BE49-F238E27FC236}">
                <a16:creationId xmlns:a16="http://schemas.microsoft.com/office/drawing/2014/main" id="{946AF97F-D69C-4BF2-B253-F775CA9DE3DC}"/>
              </a:ext>
            </a:extLst>
          </p:cNvPr>
          <p:cNvSpPr>
            <a:spLocks noGrp="1"/>
          </p:cNvSpPr>
          <p:nvPr>
            <p:ph idx="1"/>
          </p:nvPr>
        </p:nvSpPr>
        <p:spPr/>
        <p:txBody>
          <a:bodyPr/>
          <a:lstStyle/>
          <a:p>
            <a:pPr lvl="1"/>
            <a:r>
              <a:rPr lang="en-GB" dirty="0"/>
              <a:t>Caption title in second level</a:t>
            </a:r>
          </a:p>
          <a:p>
            <a:r>
              <a:rPr lang="en-GB" dirty="0"/>
              <a:t>Caption in first level lorem ipsum dolor sit amet, consectetuer adipiscing elit. Maecenas porttitor congue massa. Fusce posuere, magna sed pulvinar </a:t>
            </a:r>
            <a:r>
              <a:rPr lang="en-GB" dirty="0" err="1"/>
              <a:t>ultricies</a:t>
            </a:r>
            <a:r>
              <a:rPr lang="en-GB" dirty="0"/>
              <a:t>.</a:t>
            </a:r>
          </a:p>
        </p:txBody>
      </p:sp>
      <p:sp>
        <p:nvSpPr>
          <p:cNvPr id="12" name="Picture Placeholder 2">
            <a:extLst>
              <a:ext uri="{FF2B5EF4-FFF2-40B4-BE49-F238E27FC236}">
                <a16:creationId xmlns:a16="http://schemas.microsoft.com/office/drawing/2014/main" id="{8C3C4F98-6261-924D-9B16-F9B3F456183F}"/>
              </a:ext>
              <a:ext uri="{C183D7F6-B498-43B3-948B-1728B52AA6E4}">
                <adec:decorative xmlns:adec="http://schemas.microsoft.com/office/drawing/2017/decorative" val="1"/>
              </a:ext>
            </a:extLst>
          </p:cNvPr>
          <p:cNvSpPr>
            <a:spLocks noGrp="1"/>
          </p:cNvSpPr>
          <p:nvPr>
            <p:ph type="pic" sz="quarter" idx="15"/>
          </p:nvPr>
        </p:nvSpPr>
        <p:spPr/>
      </p:sp>
      <p:sp>
        <p:nvSpPr>
          <p:cNvPr id="11" name="Content Placeholder 2">
            <a:extLst>
              <a:ext uri="{FF2B5EF4-FFF2-40B4-BE49-F238E27FC236}">
                <a16:creationId xmlns:a16="http://schemas.microsoft.com/office/drawing/2014/main" id="{E2A2FAFC-D076-4EA2-8909-06861A080B6A}"/>
              </a:ext>
            </a:extLst>
          </p:cNvPr>
          <p:cNvSpPr>
            <a:spLocks noGrp="1"/>
          </p:cNvSpPr>
          <p:nvPr>
            <p:ph idx="14"/>
          </p:nvPr>
        </p:nvSpPr>
        <p:spPr/>
        <p:txBody>
          <a:bodyPr/>
          <a:lstStyle/>
          <a:p>
            <a:pPr lvl="1"/>
            <a:r>
              <a:rPr lang="en-GB" dirty="0"/>
              <a:t>Caption title in second level</a:t>
            </a:r>
          </a:p>
          <a:p>
            <a:r>
              <a:rPr lang="en-GB" dirty="0"/>
              <a:t>Caption in first level 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Maecenas </a:t>
            </a:r>
            <a:r>
              <a:rPr lang="en-GB" dirty="0" err="1"/>
              <a:t>porttitor</a:t>
            </a:r>
            <a:r>
              <a:rPr lang="en-GB" dirty="0"/>
              <a:t> </a:t>
            </a:r>
            <a:r>
              <a:rPr lang="en-GB" dirty="0" err="1"/>
              <a:t>congue</a:t>
            </a:r>
            <a:r>
              <a:rPr lang="en-GB" dirty="0"/>
              <a:t> </a:t>
            </a:r>
            <a:r>
              <a:rPr lang="en-GB" dirty="0" err="1"/>
              <a:t>massa</a:t>
            </a:r>
            <a:r>
              <a:rPr lang="en-GB" dirty="0"/>
              <a:t>. </a:t>
            </a:r>
            <a:r>
              <a:rPr lang="en-GB" dirty="0" err="1"/>
              <a:t>Fusce</a:t>
            </a:r>
            <a:r>
              <a:rPr lang="en-GB" dirty="0"/>
              <a:t> </a:t>
            </a:r>
            <a:r>
              <a:rPr lang="en-GB" dirty="0" err="1"/>
              <a:t>posuere</a:t>
            </a:r>
            <a:r>
              <a:rPr lang="en-GB" dirty="0"/>
              <a:t>, magna </a:t>
            </a:r>
            <a:r>
              <a:rPr lang="en-GB" dirty="0" err="1"/>
              <a:t>sed</a:t>
            </a:r>
            <a:r>
              <a:rPr lang="en-GB" dirty="0"/>
              <a:t> pulvinar </a:t>
            </a:r>
            <a:r>
              <a:rPr lang="en-GB" dirty="0" err="1"/>
              <a:t>ultricies</a:t>
            </a:r>
            <a:r>
              <a:rPr lang="en-GB" dirty="0"/>
              <a:t>.</a:t>
            </a:r>
          </a:p>
        </p:txBody>
      </p:sp>
      <p:sp>
        <p:nvSpPr>
          <p:cNvPr id="13" name="Picture Placeholder 3">
            <a:extLst>
              <a:ext uri="{FF2B5EF4-FFF2-40B4-BE49-F238E27FC236}">
                <a16:creationId xmlns:a16="http://schemas.microsoft.com/office/drawing/2014/main" id="{7B1B08C2-F91B-A94D-ABAC-26C67F110020}"/>
              </a:ext>
              <a:ext uri="{C183D7F6-B498-43B3-948B-1728B52AA6E4}">
                <adec:decorative xmlns:adec="http://schemas.microsoft.com/office/drawing/2017/decorative" val="1"/>
              </a:ext>
            </a:extLst>
          </p:cNvPr>
          <p:cNvSpPr>
            <a:spLocks noGrp="1"/>
          </p:cNvSpPr>
          <p:nvPr>
            <p:ph type="pic" sz="quarter" idx="17"/>
          </p:nvPr>
        </p:nvSpPr>
        <p:spPr/>
      </p:sp>
      <p:sp>
        <p:nvSpPr>
          <p:cNvPr id="9" name="Content Placeholder 3">
            <a:extLst>
              <a:ext uri="{FF2B5EF4-FFF2-40B4-BE49-F238E27FC236}">
                <a16:creationId xmlns:a16="http://schemas.microsoft.com/office/drawing/2014/main" id="{5BC0952D-347B-491C-919E-240A09ECCC5A}"/>
              </a:ext>
            </a:extLst>
          </p:cNvPr>
          <p:cNvSpPr>
            <a:spLocks noGrp="1"/>
          </p:cNvSpPr>
          <p:nvPr>
            <p:ph idx="16"/>
          </p:nvPr>
        </p:nvSpPr>
        <p:spPr/>
        <p:txBody>
          <a:bodyPr/>
          <a:lstStyle/>
          <a:p>
            <a:pPr lvl="1"/>
            <a:r>
              <a:rPr lang="en-GB" dirty="0"/>
              <a:t>Caption title in second level</a:t>
            </a:r>
          </a:p>
          <a:p>
            <a:r>
              <a:rPr lang="en-GB" dirty="0"/>
              <a:t>Caption </a:t>
            </a:r>
            <a:r>
              <a:rPr lang="en-GB"/>
              <a:t>in first </a:t>
            </a:r>
            <a:r>
              <a:rPr lang="en-GB" dirty="0"/>
              <a:t>level 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Maecenas </a:t>
            </a:r>
            <a:r>
              <a:rPr lang="en-GB" dirty="0" err="1"/>
              <a:t>porttitor</a:t>
            </a:r>
            <a:r>
              <a:rPr lang="en-GB" dirty="0"/>
              <a:t> </a:t>
            </a:r>
            <a:r>
              <a:rPr lang="en-GB" dirty="0" err="1"/>
              <a:t>congue</a:t>
            </a:r>
            <a:r>
              <a:rPr lang="en-GB" dirty="0"/>
              <a:t> </a:t>
            </a:r>
            <a:r>
              <a:rPr lang="en-GB" dirty="0" err="1"/>
              <a:t>massa</a:t>
            </a:r>
            <a:r>
              <a:rPr lang="en-GB" dirty="0"/>
              <a:t>. </a:t>
            </a:r>
            <a:r>
              <a:rPr lang="en-GB" dirty="0" err="1"/>
              <a:t>Fusce</a:t>
            </a:r>
            <a:r>
              <a:rPr lang="en-GB" dirty="0"/>
              <a:t> </a:t>
            </a:r>
            <a:r>
              <a:rPr lang="en-GB" dirty="0" err="1"/>
              <a:t>posuere</a:t>
            </a:r>
            <a:r>
              <a:rPr lang="en-GB" dirty="0"/>
              <a:t>, magna </a:t>
            </a:r>
            <a:r>
              <a:rPr lang="en-GB" dirty="0" err="1"/>
              <a:t>sed</a:t>
            </a:r>
            <a:r>
              <a:rPr lang="en-GB" dirty="0"/>
              <a:t> pulvinar </a:t>
            </a:r>
            <a:r>
              <a:rPr lang="en-GB" dirty="0" err="1"/>
              <a:t>ultricies</a:t>
            </a:r>
            <a:r>
              <a:rPr lang="en-GB" dirty="0"/>
              <a:t>.</a:t>
            </a:r>
          </a:p>
        </p:txBody>
      </p:sp>
      <p:sp>
        <p:nvSpPr>
          <p:cNvPr id="14" name="Footnotes Placeholder ">
            <a:extLst>
              <a:ext uri="{FF2B5EF4-FFF2-40B4-BE49-F238E27FC236}">
                <a16:creationId xmlns:a16="http://schemas.microsoft.com/office/drawing/2014/main" id="{3254102C-9827-1B40-9FC2-B9CA89E2E009}"/>
              </a:ext>
            </a:extLst>
          </p:cNvPr>
          <p:cNvSpPr>
            <a:spLocks noGrp="1"/>
          </p:cNvSpPr>
          <p:nvPr>
            <p:ph type="body" sz="quarter" idx="21"/>
          </p:nvPr>
        </p:nvSpPr>
        <p:spPr/>
        <p:txBody>
          <a:bodyPr/>
          <a:lstStyle/>
          <a:p>
            <a:pPr>
              <a:spcAft>
                <a:spcPts val="0"/>
              </a:spcAft>
            </a:pPr>
            <a:endParaRPr lang="en-US" dirty="0"/>
          </a:p>
        </p:txBody>
      </p:sp>
      <p:sp>
        <p:nvSpPr>
          <p:cNvPr id="5" name="Slide Number Placeholder ">
            <a:extLst>
              <a:ext uri="{FF2B5EF4-FFF2-40B4-BE49-F238E27FC236}">
                <a16:creationId xmlns:a16="http://schemas.microsoft.com/office/drawing/2014/main" id="{17E1CBEF-3BBB-44FE-A124-821E1F26A790}"/>
              </a:ext>
            </a:extLst>
          </p:cNvPr>
          <p:cNvSpPr>
            <a:spLocks noGrp="1"/>
          </p:cNvSpPr>
          <p:nvPr>
            <p:ph type="sldNum" sz="quarter" idx="20"/>
          </p:nvPr>
        </p:nvSpPr>
        <p:spPr/>
        <p:txBody>
          <a:bodyPr/>
          <a:lstStyle/>
          <a:p>
            <a:fld id="{5B4A74C5-79B0-4340-9A8D-1CCBE3E8C644}" type="slidenum">
              <a:rPr lang="en-GB" smtClean="0"/>
              <a:pPr/>
              <a:t>44</a:t>
            </a:fld>
            <a:endParaRPr lang="en-GB"/>
          </a:p>
        </p:txBody>
      </p:sp>
      <p:sp>
        <p:nvSpPr>
          <p:cNvPr id="4" name="Footer Placeholder ">
            <a:extLst>
              <a:ext uri="{FF2B5EF4-FFF2-40B4-BE49-F238E27FC236}">
                <a16:creationId xmlns:a16="http://schemas.microsoft.com/office/drawing/2014/main" id="{C5B08B6F-B2F4-4379-9DA6-80BF9B6340CD}"/>
              </a:ext>
            </a:extLst>
          </p:cNvPr>
          <p:cNvSpPr>
            <a:spLocks noGrp="1"/>
          </p:cNvSpPr>
          <p:nvPr>
            <p:ph type="ftr" sz="quarter" idx="19"/>
          </p:nvPr>
        </p:nvSpPr>
        <p:spPr/>
        <p:txBody>
          <a:bodyPr/>
          <a:lstStyle/>
          <a:p>
            <a:r>
              <a:rPr lang="en-GB" dirty="0"/>
              <a:t>To create or edit a header or footer, go to Insert &gt; Header &amp; Footer</a:t>
            </a:r>
          </a:p>
        </p:txBody>
      </p:sp>
    </p:spTree>
    <p:extLst>
      <p:ext uri="{BB962C8B-B14F-4D97-AF65-F5344CB8AC3E}">
        <p14:creationId xmlns:p14="http://schemas.microsoft.com/office/powerpoint/2010/main" val="40729296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B40D432-88DC-6F46-AE4C-5DA7A21495C6}"/>
              </a:ext>
            </a:extLst>
          </p:cNvPr>
          <p:cNvSpPr>
            <a:spLocks noGrp="1"/>
          </p:cNvSpPr>
          <p:nvPr>
            <p:ph type="body" sz="quarter" idx="13"/>
          </p:nvPr>
        </p:nvSpPr>
        <p:spPr/>
        <p:txBody>
          <a:bodyPr/>
          <a:lstStyle/>
          <a:p>
            <a:endParaRPr lang="en-US"/>
          </a:p>
        </p:txBody>
      </p:sp>
      <p:sp>
        <p:nvSpPr>
          <p:cNvPr id="3" name="Slide Number Placeholder 2">
            <a:extLst>
              <a:ext uri="{FF2B5EF4-FFF2-40B4-BE49-F238E27FC236}">
                <a16:creationId xmlns:a16="http://schemas.microsoft.com/office/drawing/2014/main" id="{736B8401-220E-B34A-B602-7C9545001F8B}"/>
              </a:ext>
            </a:extLst>
          </p:cNvPr>
          <p:cNvSpPr>
            <a:spLocks noGrp="1"/>
          </p:cNvSpPr>
          <p:nvPr>
            <p:ph type="sldNum" sz="quarter" idx="12"/>
          </p:nvPr>
        </p:nvSpPr>
        <p:spPr/>
        <p:txBody>
          <a:bodyPr/>
          <a:lstStyle/>
          <a:p>
            <a:fld id="{5B4A74C5-79B0-4340-9A8D-1CCBE3E8C644}" type="slidenum">
              <a:rPr lang="en-GB" smtClean="0"/>
              <a:pPr/>
              <a:t>45</a:t>
            </a:fld>
            <a:endParaRPr lang="en-GB" dirty="0"/>
          </a:p>
        </p:txBody>
      </p:sp>
      <p:sp>
        <p:nvSpPr>
          <p:cNvPr id="2" name="Footer Placeholder 1">
            <a:extLst>
              <a:ext uri="{FF2B5EF4-FFF2-40B4-BE49-F238E27FC236}">
                <a16:creationId xmlns:a16="http://schemas.microsoft.com/office/drawing/2014/main" id="{CFA4E536-C4EB-6E40-AD18-578B878C37B4}"/>
              </a:ext>
            </a:extLst>
          </p:cNvPr>
          <p:cNvSpPr>
            <a:spLocks noGrp="1"/>
          </p:cNvSpPr>
          <p:nvPr>
            <p:ph type="ftr" sz="quarter" idx="11"/>
          </p:nvPr>
        </p:nvSpPr>
        <p:spPr/>
        <p:txBody>
          <a:bodyPr/>
          <a:lstStyle/>
          <a:p>
            <a:r>
              <a:rPr lang="en-GB"/>
              <a:t>To create or edit a header or footer, go to Insert &gt; Header &amp; Footer</a:t>
            </a:r>
            <a:endParaRPr lang="en-GB" dirty="0"/>
          </a:p>
        </p:txBody>
      </p:sp>
    </p:spTree>
    <p:extLst>
      <p:ext uri="{BB962C8B-B14F-4D97-AF65-F5344CB8AC3E}">
        <p14:creationId xmlns:p14="http://schemas.microsoft.com/office/powerpoint/2010/main" val="2271177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606022"/>
      </p:ext>
    </p:extLst>
  </p:cSld>
  <p:clrMapOvr>
    <a:masterClrMapping/>
  </p:clrMapOvr>
</p:sld>
</file>

<file path=ppt/theme/theme1.xml><?xml version="1.0" encoding="utf-8"?>
<a:theme xmlns:a="http://schemas.openxmlformats.org/drawingml/2006/main" name="Nationwide PPT Theme">
  <a:themeElements>
    <a:clrScheme name="Nationwide">
      <a:dk1>
        <a:srgbClr val="000000"/>
      </a:dk1>
      <a:lt1>
        <a:srgbClr val="FFFFFF"/>
      </a:lt1>
      <a:dk2>
        <a:srgbClr val="141B4D"/>
      </a:dk2>
      <a:lt2>
        <a:srgbClr val="0047BB"/>
      </a:lt2>
      <a:accent1>
        <a:srgbClr val="0047BB"/>
      </a:accent1>
      <a:accent2>
        <a:srgbClr val="141B4D"/>
      </a:accent2>
      <a:accent3>
        <a:srgbClr val="009788"/>
      </a:accent3>
      <a:accent4>
        <a:srgbClr val="005670"/>
      </a:accent4>
      <a:accent5>
        <a:srgbClr val="890C58"/>
      </a:accent5>
      <a:accent6>
        <a:srgbClr val="797166"/>
      </a:accent6>
      <a:hlink>
        <a:srgbClr val="0047BB"/>
      </a:hlink>
      <a:folHlink>
        <a:srgbClr val="0047BB"/>
      </a:folHlink>
    </a:clrScheme>
    <a:fontScheme name="Nationwide default font theme">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90000" tIns="46800" rIns="90000" bIns="46800" rtlCol="0" anchor="ctr"/>
      <a:lstStyle>
        <a:defPPr algn="ctr">
          <a:lnSpc>
            <a:spcPct val="90000"/>
          </a:lnSpc>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12000"/>
          </a:lnSpc>
          <a:defRPr sz="1400" dirty="0" err="1" smtClean="0">
            <a:solidFill>
              <a:schemeClr val="tx1"/>
            </a:solidFill>
          </a:defRPr>
        </a:defPPr>
      </a:lstStyle>
    </a:txDef>
  </a:objectDefaults>
  <a:extraClrSchemeLst/>
  <a:custClrLst>
    <a:custClr name="Vibrant Blue">
      <a:srgbClr val="0047BB"/>
    </a:custClr>
    <a:custClr name="White">
      <a:srgbClr val="FFFFFF"/>
    </a:custClr>
    <a:custClr name="Dark Blue">
      <a:srgbClr val="141B4D"/>
    </a:custClr>
    <a:custClr name="New Blue">
      <a:srgbClr val="002DA2"/>
    </a:custClr>
    <a:custClr name="Medium Blue">
      <a:srgbClr val="1F74DB"/>
    </a:custClr>
    <a:custClr name="Light Blue">
      <a:srgbClr val="8CC8E9"/>
    </a:custClr>
    <a:custClr name="Mint">
      <a:srgbClr val="6ECEB2"/>
    </a:custClr>
    <a:custClr name="Dark Mint">
      <a:srgbClr val="008775"/>
    </a:custClr>
    <a:custClr name="Sea Blue">
      <a:srgbClr val="72B0BD"/>
    </a:custClr>
    <a:custClr name="Dark Sea Blue">
      <a:srgbClr val="005670"/>
    </a:custClr>
    <a:custClr name="Lavender">
      <a:srgbClr val="D7A9E3"/>
    </a:custClr>
    <a:custClr name="Deep Purple">
      <a:srgbClr val="890C58"/>
    </a:custClr>
    <a:custClr name="Sunburst Orange">
      <a:srgbClr val="FF9800"/>
    </a:custClr>
    <a:custClr name="Cherry Red">
      <a:srgbClr val="CB333B"/>
    </a:custClr>
    <a:custClr name="Lemon Yellow">
      <a:srgbClr val="F9E27D"/>
    </a:custClr>
    <a:custClr name="Dark Mustard">
      <a:srgbClr val="C5A900"/>
    </a:custClr>
    <a:custClr name="Fossil">
      <a:srgbClr val="AFA9A0"/>
    </a:custClr>
    <a:custClr name="Dark Fossil">
      <a:srgbClr val="7A7266"/>
    </a:custClr>
    <a:custClr name="Pale Grey">
      <a:srgbClr val="D0D3D4"/>
    </a:custClr>
    <a:custClr name="Dark Grey">
      <a:srgbClr val="7E7E82"/>
    </a:custClr>
    <a:custClr name="Charcoal">
      <a:srgbClr val="171717"/>
    </a:custClr>
  </a:custClrLst>
  <a:extLst>
    <a:ext uri="{05A4C25C-085E-4340-85A3-A5531E510DB2}">
      <thm15:themeFamily xmlns:thm15="http://schemas.microsoft.com/office/thememl/2012/main" name="Nationwide_16x9_DefaultFonts" id="{C7B7B1C7-A0EC-304E-91D5-7B1FCD64F9A6}" vid="{9990297E-C68A-7047-AFEE-7AB1DDFEAB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9577FFE40138479DC38F070A51379F" ma:contentTypeVersion="7" ma:contentTypeDescription="Create a new document." ma:contentTypeScope="" ma:versionID="9e6fffe1ce1ca5d343de370de8253fc4">
  <xsd:schema xmlns:xsd="http://www.w3.org/2001/XMLSchema" xmlns:xs="http://www.w3.org/2001/XMLSchema" xmlns:p="http://schemas.microsoft.com/office/2006/metadata/properties" xmlns:ns2="d16f782c-78bb-4c3d-b0ca-3987bbbe6966" targetNamespace="http://schemas.microsoft.com/office/2006/metadata/properties" ma:root="true" ma:fieldsID="d9f64cc1e249ab67f3e7f54f5a65049d" ns2:_="">
    <xsd:import namespace="d16f782c-78bb-4c3d-b0ca-3987bbbe696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6f782c-78bb-4c3d-b0ca-3987bbbe69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B7C299-CEFF-4947-9C2B-F6A727F8194A}">
  <ds:schemaRefs>
    <ds:schemaRef ds:uri="http://schemas.microsoft.com/sharepoint/v3/contenttype/forms"/>
  </ds:schemaRefs>
</ds:datastoreItem>
</file>

<file path=customXml/itemProps2.xml><?xml version="1.0" encoding="utf-8"?>
<ds:datastoreItem xmlns:ds="http://schemas.openxmlformats.org/officeDocument/2006/customXml" ds:itemID="{E88E53CB-DD25-4EA7-BA4A-7676228439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6f782c-78bb-4c3d-b0ca-3987bbbe69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42540A-0313-43AB-89B8-EF9A0850FA65}">
  <ds:schemaRefs>
    <ds:schemaRef ds:uri="http://purl.org/dc/elements/1.1/"/>
    <ds:schemaRef ds:uri="http://schemas.microsoft.com/office/2006/documentManagement/types"/>
    <ds:schemaRef ds:uri="http://www.w3.org/XML/1998/namespace"/>
    <ds:schemaRef ds:uri="http://purl.org/dc/dcmitype/"/>
    <ds:schemaRef ds:uri="http://schemas.microsoft.com/office/2006/metadata/properties"/>
    <ds:schemaRef ds:uri="http://purl.org/dc/terms/"/>
    <ds:schemaRef ds:uri="d16f782c-78bb-4c3d-b0ca-3987bbbe6966"/>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42</TotalTime>
  <Words>5300</Words>
  <Application>Microsoft Office PowerPoint</Application>
  <PresentationFormat>Widescreen</PresentationFormat>
  <Paragraphs>694</Paragraphs>
  <Slides>46</Slides>
  <Notes>2</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Courier New</vt:lpstr>
      <vt:lpstr>Georgia</vt:lpstr>
      <vt:lpstr>Wingdings</vt:lpstr>
      <vt:lpstr>Nationwide PPT Theme</vt:lpstr>
      <vt:lpstr>PowerPoint Presentation</vt:lpstr>
      <vt:lpstr>About this template</vt:lpstr>
      <vt:lpstr>Notes about the template Custom layouts and sample slides</vt:lpstr>
      <vt:lpstr>Notes about the template Type levels and bullets</vt:lpstr>
      <vt:lpstr>Notes about the template Using picture slide layouts</vt:lpstr>
      <vt:lpstr>Notes about the template Tips and recommendations</vt:lpstr>
      <vt:lpstr>Notes about the template Pasting slides / Creating new presentations</vt:lpstr>
      <vt:lpstr>Notes about the template Charts</vt:lpstr>
      <vt:lpstr>Notes about the template Custom slides</vt:lpstr>
      <vt:lpstr>Notes about the template Checking accessibility</vt:lpstr>
      <vt:lpstr>Section header  goes here</vt:lpstr>
      <vt:lpstr>Agenda</vt:lpstr>
      <vt:lpstr>Contents</vt:lpstr>
      <vt:lpstr>Sample title</vt:lpstr>
      <vt:lpstr>Sample title</vt:lpstr>
      <vt:lpstr>Sample title</vt:lpstr>
      <vt:lpstr>Formatted charts and graphs</vt:lpstr>
      <vt:lpstr>Sample title</vt:lpstr>
      <vt:lpstr>Bar graph – horizontal bars</vt:lpstr>
      <vt:lpstr>Sample title</vt:lpstr>
      <vt:lpstr>Bar graph – vertical bars</vt:lpstr>
      <vt:lpstr>Bar graph – horizonal stacked</vt:lpstr>
      <vt:lpstr>Bar graph – vertical stacked</vt:lpstr>
      <vt:lpstr>Sample title</vt:lpstr>
      <vt:lpstr>Sample title</vt:lpstr>
      <vt:lpstr>Sample title</vt:lpstr>
      <vt:lpstr>Table – version 1</vt:lpstr>
      <vt:lpstr>Table – version 2</vt:lpstr>
      <vt:lpstr>Line Graph</vt:lpstr>
      <vt:lpstr>Concentric Circles – version 1</vt:lpstr>
      <vt:lpstr>Concentric Circles – version 2</vt:lpstr>
      <vt:lpstr>Pyramid Model</vt:lpstr>
      <vt:lpstr>Waterfall Chart</vt:lpstr>
      <vt:lpstr>Linear process map</vt:lpstr>
      <vt:lpstr>Cyclical process – version 1</vt:lpstr>
      <vt:lpstr>Cyclical process – version 2</vt:lpstr>
      <vt:lpstr>Timeline</vt:lpstr>
      <vt:lpstr>Current State vs Future State comparison</vt:lpstr>
      <vt:lpstr>Organizational chart – version 1</vt:lpstr>
      <vt:lpstr>Organizational chart – version 2</vt:lpstr>
      <vt:lpstr>Copy and images</vt:lpstr>
      <vt:lpstr>Sample title</vt:lpstr>
      <vt:lpstr>Sample title</vt:lpstr>
      <vt:lpstr>Sample title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Ackley, Kevin D</dc:creator>
  <cp:lastModifiedBy>Zajic, Bryan J</cp:lastModifiedBy>
  <cp:revision>2</cp:revision>
  <dcterms:created xsi:type="dcterms:W3CDTF">2022-08-02T11:55:40Z</dcterms:created>
  <dcterms:modified xsi:type="dcterms:W3CDTF">2023-10-05T15:57:49Z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0x010100599577FFE40138479DC38F070A51379F</vt:lpwstr>
  </property>
  <property fmtid="{D5CDD505-2E9C-101B-9397-08002B2CF9AE}" pid="3" name="MSIP_Label_92ea8e88-16c4-4b55-a945-7bd6248db4bf_Enabled">
    <vt:lpwstr>true</vt:lpwstr>
  </property>
  <property fmtid="{D5CDD505-2E9C-101B-9397-08002B2CF9AE}" pid="4" name="MSIP_Label_92ea8e88-16c4-4b55-a945-7bd6248db4bf_SetDate">
    <vt:lpwstr>2023-09-28T14:46:45Z</vt:lpwstr>
  </property>
  <property fmtid="{D5CDD505-2E9C-101B-9397-08002B2CF9AE}" pid="5" name="MSIP_Label_92ea8e88-16c4-4b55-a945-7bd6248db4bf_Method">
    <vt:lpwstr>Standard</vt:lpwstr>
  </property>
  <property fmtid="{D5CDD505-2E9C-101B-9397-08002B2CF9AE}" pid="6" name="MSIP_Label_92ea8e88-16c4-4b55-a945-7bd6248db4bf_Name">
    <vt:lpwstr>Internal</vt:lpwstr>
  </property>
  <property fmtid="{D5CDD505-2E9C-101B-9397-08002B2CF9AE}" pid="7" name="MSIP_Label_92ea8e88-16c4-4b55-a945-7bd6248db4bf_SiteId">
    <vt:lpwstr>22140e4c-d390-45c2-b297-a26c516dc461</vt:lpwstr>
  </property>
  <property fmtid="{D5CDD505-2E9C-101B-9397-08002B2CF9AE}" pid="8" name="MSIP_Label_92ea8e88-16c4-4b55-a945-7bd6248db4bf_ActionId">
    <vt:lpwstr>dcd6a9bd-bbce-4372-a7dd-aa128be87831</vt:lpwstr>
  </property>
  <property fmtid="{D5CDD505-2E9C-101B-9397-08002B2CF9AE}" pid="9" name="MSIP_Label_92ea8e88-16c4-4b55-a945-7bd6248db4bf_ContentBits">
    <vt:lpwstr>0</vt:lpwstr>
  </property>
</Properties>
</file>